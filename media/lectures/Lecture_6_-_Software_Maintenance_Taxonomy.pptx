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2.xml" ContentType="application/vnd.openxmlformats-officedocument.themeOverride+xml"/>
  <Override PartName="/ppt/notesSlides/notesSlide10.xml" ContentType="application/vnd.openxmlformats-officedocument.presentationml.notesSlide+xml"/>
  <Override PartName="/ppt/theme/themeOverride3.xml" ContentType="application/vnd.openxmlformats-officedocument.themeOverride+xml"/>
  <Override PartName="/ppt/notesSlides/notesSlide11.xml" ContentType="application/vnd.openxmlformats-officedocument.presentationml.notesSlide+xml"/>
  <Override PartName="/ppt/theme/themeOverride4.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heme/themeOverride5.xml" ContentType="application/vnd.openxmlformats-officedocument.themeOverr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34"/>
  </p:notesMasterIdLst>
  <p:sldIdLst>
    <p:sldId id="256" r:id="rId2"/>
    <p:sldId id="300" r:id="rId3"/>
    <p:sldId id="360" r:id="rId4"/>
    <p:sldId id="366" r:id="rId5"/>
    <p:sldId id="367" r:id="rId6"/>
    <p:sldId id="305" r:id="rId7"/>
    <p:sldId id="306" r:id="rId8"/>
    <p:sldId id="308" r:id="rId9"/>
    <p:sldId id="309" r:id="rId10"/>
    <p:sldId id="361" r:id="rId11"/>
    <p:sldId id="362" r:id="rId12"/>
    <p:sldId id="312" r:id="rId13"/>
    <p:sldId id="313" r:id="rId14"/>
    <p:sldId id="368" r:id="rId15"/>
    <p:sldId id="314" r:id="rId16"/>
    <p:sldId id="363" r:id="rId17"/>
    <p:sldId id="364" r:id="rId18"/>
    <p:sldId id="315" r:id="rId19"/>
    <p:sldId id="316" r:id="rId20"/>
    <p:sldId id="318" r:id="rId21"/>
    <p:sldId id="319" r:id="rId22"/>
    <p:sldId id="320" r:id="rId23"/>
    <p:sldId id="321" r:id="rId24"/>
    <p:sldId id="322" r:id="rId25"/>
    <p:sldId id="323" r:id="rId26"/>
    <p:sldId id="324" r:id="rId27"/>
    <p:sldId id="353" r:id="rId28"/>
    <p:sldId id="354" r:id="rId29"/>
    <p:sldId id="355" r:id="rId30"/>
    <p:sldId id="356" r:id="rId31"/>
    <p:sldId id="260" r:id="rId32"/>
    <p:sldId id="365" r:id="rId33"/>
  </p:sldIdLst>
  <p:sldSz cx="9144000" cy="5143500" type="screen16x9"/>
  <p:notesSz cx="6858000" cy="9144000"/>
  <p:embeddedFontLst>
    <p:embeddedFont>
      <p:font typeface="Nunito Light" pitchFamily="2" charset="0"/>
      <p:regular r:id="rId35"/>
      <p:italic r:id="rId36"/>
    </p:embeddedFont>
    <p:embeddedFont>
      <p:font typeface="Open Sans" panose="020B0606030504020204" pitchFamily="34" charset="0"/>
      <p:regular r:id="rId37"/>
      <p:bold r:id="rId38"/>
      <p:italic r:id="rId39"/>
      <p:boldItalic r:id="rId40"/>
    </p:embeddedFont>
    <p:embeddedFont>
      <p:font typeface="Sora" panose="020B0604020202020204" charset="0"/>
      <p:regular r:id="rId41"/>
      <p:bold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3F3F3"/>
    <a:srgbClr val="9933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FE05D7C-9F81-460F-AFCC-118B0941DA4D}">
  <a:tblStyle styleId="{9FE05D7C-9F81-460F-AFCC-118B0941DA4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015E384-4BBA-42FF-B532-FD3DD59EB8D0}"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61" autoAdjust="0"/>
    <p:restoredTop sz="86134" autoAdjust="0"/>
  </p:normalViewPr>
  <p:slideViewPr>
    <p:cSldViewPr snapToGrid="0">
      <p:cViewPr varScale="1">
        <p:scale>
          <a:sx n="129" d="100"/>
          <a:sy n="129" d="100"/>
        </p:scale>
        <p:origin x="918" y="126"/>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87fa921f8d_0_1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87fa921f8d_0_1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C12939F-B57D-C21C-6958-F663E3A4B771}"/>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6CE7FC4B-8B43-9E4E-B2F8-8779473BB298}"/>
              </a:ext>
            </a:extLst>
          </p:cNvPr>
          <p:cNvSpPr>
            <a:spLocks noGrp="1" noChangeArrowheads="1"/>
          </p:cNvSpPr>
          <p:nvPr>
            <p:ph type="sldNum" sz="quarter" idx="5"/>
          </p:nvPr>
        </p:nvSpPr>
        <p:spPr>
          <a:ln/>
        </p:spPr>
        <p:txBody>
          <a:bodyPr/>
          <a:lstStyle/>
          <a:p>
            <a:fld id="{72BCFCAA-6C51-4F69-9DFA-B52B8D2109DF}" type="slidenum">
              <a:rPr lang="en-US" altLang="en-US"/>
              <a:pPr/>
              <a:t>2</a:t>
            </a:fld>
            <a:endParaRPr lang="en-US" altLang="en-US"/>
          </a:p>
        </p:txBody>
      </p:sp>
      <p:sp>
        <p:nvSpPr>
          <p:cNvPr id="1038338" name="Rectangle 2">
            <a:extLst>
              <a:ext uri="{FF2B5EF4-FFF2-40B4-BE49-F238E27FC236}">
                <a16:creationId xmlns:a16="http://schemas.microsoft.com/office/drawing/2014/main" id="{E98683C3-3EE8-80A9-68A9-A63A52DEBAE0}"/>
              </a:ext>
            </a:extLst>
          </p:cNvPr>
          <p:cNvSpPr>
            <a:spLocks noGrp="1" noRot="1" noChangeAspect="1" noChangeArrowheads="1" noTextEdit="1"/>
          </p:cNvSpPr>
          <p:nvPr>
            <p:ph type="sldImg"/>
          </p:nvPr>
        </p:nvSpPr>
        <p:spPr>
          <a:xfrm>
            <a:off x="414338" y="698500"/>
            <a:ext cx="6192837" cy="3484563"/>
          </a:xfrm>
          <a:ln/>
        </p:spPr>
      </p:sp>
      <p:sp>
        <p:nvSpPr>
          <p:cNvPr id="1038339" name="Rectangle 3">
            <a:extLst>
              <a:ext uri="{FF2B5EF4-FFF2-40B4-BE49-F238E27FC236}">
                <a16:creationId xmlns:a16="http://schemas.microsoft.com/office/drawing/2014/main" id="{6B012664-BB8A-A658-F130-FFFA51ADCAB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B8DE0-8ED1-FFE4-2D68-4E8B9336D690}"/>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02427B12-1D84-C0E2-DAAF-D55679863D79}"/>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E922B62D-E3CC-3BA9-8352-03820AEA2201}"/>
              </a:ext>
            </a:extLst>
          </p:cNvPr>
          <p:cNvSpPr>
            <a:spLocks noGrp="1" noChangeArrowheads="1"/>
          </p:cNvSpPr>
          <p:nvPr>
            <p:ph type="sldNum" sz="quarter" idx="5"/>
          </p:nvPr>
        </p:nvSpPr>
        <p:spPr>
          <a:ln/>
        </p:spPr>
        <p:txBody>
          <a:bodyPr/>
          <a:lstStyle/>
          <a:p>
            <a:fld id="{72BCFCAA-6C51-4F69-9DFA-B52B8D2109DF}" type="slidenum">
              <a:rPr lang="en-US" altLang="en-US"/>
              <a:pPr/>
              <a:t>3</a:t>
            </a:fld>
            <a:endParaRPr lang="en-US" altLang="en-US"/>
          </a:p>
        </p:txBody>
      </p:sp>
      <p:sp>
        <p:nvSpPr>
          <p:cNvPr id="1038338" name="Rectangle 2">
            <a:extLst>
              <a:ext uri="{FF2B5EF4-FFF2-40B4-BE49-F238E27FC236}">
                <a16:creationId xmlns:a16="http://schemas.microsoft.com/office/drawing/2014/main" id="{C4AE4191-1DC0-7AE1-EA58-AAF3EE074D26}"/>
              </a:ext>
            </a:extLst>
          </p:cNvPr>
          <p:cNvSpPr>
            <a:spLocks noGrp="1" noRot="1" noChangeAspect="1" noChangeArrowheads="1" noTextEdit="1"/>
          </p:cNvSpPr>
          <p:nvPr>
            <p:ph type="sldImg"/>
          </p:nvPr>
        </p:nvSpPr>
        <p:spPr>
          <a:xfrm>
            <a:off x="414338" y="698500"/>
            <a:ext cx="6192837" cy="3484563"/>
          </a:xfrm>
          <a:ln/>
        </p:spPr>
      </p:sp>
      <p:sp>
        <p:nvSpPr>
          <p:cNvPr id="1038339" name="Rectangle 3">
            <a:extLst>
              <a:ext uri="{FF2B5EF4-FFF2-40B4-BE49-F238E27FC236}">
                <a16:creationId xmlns:a16="http://schemas.microsoft.com/office/drawing/2014/main" id="{E4E5DBB0-EC32-D6F1-5341-59AC61285047}"/>
              </a:ext>
            </a:extLst>
          </p:cNvPr>
          <p:cNvSpPr>
            <a:spLocks noGrp="1" noChangeArrowheads="1"/>
          </p:cNvSpPr>
          <p:nvPr>
            <p:ph type="body" idx="1"/>
          </p:nvPr>
        </p:nvSpPr>
        <p:spPr/>
        <p:txBody>
          <a:bodyPr/>
          <a:lstStyle/>
          <a:p>
            <a:pPr marL="158750" indent="0">
              <a:buNone/>
            </a:pPr>
            <a:endParaRPr lang="en-US" altLang="en-US" dirty="0"/>
          </a:p>
        </p:txBody>
      </p:sp>
    </p:spTree>
    <p:extLst>
      <p:ext uri="{BB962C8B-B14F-4D97-AF65-F5344CB8AC3E}">
        <p14:creationId xmlns:p14="http://schemas.microsoft.com/office/powerpoint/2010/main" val="562734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5B6A129-31CD-8EEE-2C1E-607CD1E2E5BF}"/>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82EC63C8-5E79-01A1-7BF9-840D23AB54F1}"/>
              </a:ext>
            </a:extLst>
          </p:cNvPr>
          <p:cNvSpPr>
            <a:spLocks noGrp="1" noChangeArrowheads="1"/>
          </p:cNvSpPr>
          <p:nvPr>
            <p:ph type="sldNum" sz="quarter" idx="5"/>
          </p:nvPr>
        </p:nvSpPr>
        <p:spPr>
          <a:ln/>
        </p:spPr>
        <p:txBody>
          <a:bodyPr/>
          <a:lstStyle/>
          <a:p>
            <a:fld id="{D49D7AC2-477B-4A6F-B006-90FFADA74F03}" type="slidenum">
              <a:rPr lang="en-US" altLang="en-US"/>
              <a:pPr/>
              <a:t>6</a:t>
            </a:fld>
            <a:endParaRPr lang="en-US" altLang="en-US"/>
          </a:p>
        </p:txBody>
      </p:sp>
      <p:sp>
        <p:nvSpPr>
          <p:cNvPr id="1034242" name="Rectangle 2">
            <a:extLst>
              <a:ext uri="{FF2B5EF4-FFF2-40B4-BE49-F238E27FC236}">
                <a16:creationId xmlns:a16="http://schemas.microsoft.com/office/drawing/2014/main" id="{1DD10DA2-8EDF-C77B-410F-2211478F2762}"/>
              </a:ext>
            </a:extLst>
          </p:cNvPr>
          <p:cNvSpPr>
            <a:spLocks noGrp="1" noRot="1" noChangeAspect="1" noChangeArrowheads="1" noTextEdit="1"/>
          </p:cNvSpPr>
          <p:nvPr>
            <p:ph type="sldImg"/>
          </p:nvPr>
        </p:nvSpPr>
        <p:spPr>
          <a:xfrm>
            <a:off x="414338" y="698500"/>
            <a:ext cx="6192837" cy="3484563"/>
          </a:xfrm>
          <a:ln/>
        </p:spPr>
      </p:sp>
      <p:sp>
        <p:nvSpPr>
          <p:cNvPr id="1034243" name="Rectangle 3">
            <a:extLst>
              <a:ext uri="{FF2B5EF4-FFF2-40B4-BE49-F238E27FC236}">
                <a16:creationId xmlns:a16="http://schemas.microsoft.com/office/drawing/2014/main" id="{963646F5-45A6-2A2D-079C-A00D8C4B8EF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2DF08FB-C681-F662-7CB4-93AB1DC23EF2}"/>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6E7713ED-9792-4BEB-0381-7DE212EAA59C}"/>
              </a:ext>
            </a:extLst>
          </p:cNvPr>
          <p:cNvSpPr>
            <a:spLocks noGrp="1" noChangeArrowheads="1"/>
          </p:cNvSpPr>
          <p:nvPr>
            <p:ph type="sldNum" sz="quarter" idx="5"/>
          </p:nvPr>
        </p:nvSpPr>
        <p:spPr>
          <a:ln/>
        </p:spPr>
        <p:txBody>
          <a:bodyPr/>
          <a:lstStyle/>
          <a:p>
            <a:fld id="{B104AB6F-CB07-4AF0-91B6-063496FF7554}" type="slidenum">
              <a:rPr lang="en-US" altLang="en-US"/>
              <a:pPr/>
              <a:t>7</a:t>
            </a:fld>
            <a:endParaRPr lang="en-US" altLang="en-US"/>
          </a:p>
        </p:txBody>
      </p:sp>
      <p:sp>
        <p:nvSpPr>
          <p:cNvPr id="1036290" name="Rectangle 2">
            <a:extLst>
              <a:ext uri="{FF2B5EF4-FFF2-40B4-BE49-F238E27FC236}">
                <a16:creationId xmlns:a16="http://schemas.microsoft.com/office/drawing/2014/main" id="{6A6A65C7-2965-9B08-7FF8-174DF76E2535}"/>
              </a:ext>
            </a:extLst>
          </p:cNvPr>
          <p:cNvSpPr>
            <a:spLocks noGrp="1" noRot="1" noChangeAspect="1" noChangeArrowheads="1" noTextEdit="1"/>
          </p:cNvSpPr>
          <p:nvPr>
            <p:ph type="sldImg"/>
          </p:nvPr>
        </p:nvSpPr>
        <p:spPr>
          <a:xfrm>
            <a:off x="414338" y="698500"/>
            <a:ext cx="6192837" cy="3484563"/>
          </a:xfrm>
          <a:ln/>
        </p:spPr>
      </p:sp>
      <p:sp>
        <p:nvSpPr>
          <p:cNvPr id="1036291" name="Rectangle 3">
            <a:extLst>
              <a:ext uri="{FF2B5EF4-FFF2-40B4-BE49-F238E27FC236}">
                <a16:creationId xmlns:a16="http://schemas.microsoft.com/office/drawing/2014/main" id="{E1B6C344-D2BF-6882-56F5-C2B9038EF519}"/>
              </a:ext>
            </a:extLst>
          </p:cNvPr>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523F95A-3755-93F4-EE1E-69B6E79FEFDA}"/>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462376E1-3238-EC7C-F9CC-3F6E57ABA995}"/>
              </a:ext>
            </a:extLst>
          </p:cNvPr>
          <p:cNvSpPr>
            <a:spLocks noGrp="1" noChangeArrowheads="1"/>
          </p:cNvSpPr>
          <p:nvPr>
            <p:ph type="sldNum" sz="quarter" idx="5"/>
          </p:nvPr>
        </p:nvSpPr>
        <p:spPr>
          <a:ln/>
        </p:spPr>
        <p:txBody>
          <a:bodyPr/>
          <a:lstStyle/>
          <a:p>
            <a:fld id="{9033D6F2-F5D6-465A-AEEA-9843DB44B256}" type="slidenum">
              <a:rPr lang="en-US" altLang="en-US"/>
              <a:pPr/>
              <a:t>8</a:t>
            </a:fld>
            <a:endParaRPr lang="en-US" altLang="en-US"/>
          </a:p>
        </p:txBody>
      </p:sp>
      <p:sp>
        <p:nvSpPr>
          <p:cNvPr id="1048578" name="Rectangle 2">
            <a:extLst>
              <a:ext uri="{FF2B5EF4-FFF2-40B4-BE49-F238E27FC236}">
                <a16:creationId xmlns:a16="http://schemas.microsoft.com/office/drawing/2014/main" id="{C52FEE88-5A9F-9089-9F53-B38BAFEED35C}"/>
              </a:ext>
            </a:extLst>
          </p:cNvPr>
          <p:cNvSpPr>
            <a:spLocks noGrp="1" noRot="1" noChangeAspect="1" noChangeArrowheads="1" noTextEdit="1"/>
          </p:cNvSpPr>
          <p:nvPr>
            <p:ph type="sldImg"/>
          </p:nvPr>
        </p:nvSpPr>
        <p:spPr>
          <a:xfrm>
            <a:off x="414338" y="698500"/>
            <a:ext cx="6192837" cy="3484563"/>
          </a:xfrm>
          <a:ln/>
        </p:spPr>
      </p:sp>
      <p:sp>
        <p:nvSpPr>
          <p:cNvPr id="1048579" name="Rectangle 3">
            <a:extLst>
              <a:ext uri="{FF2B5EF4-FFF2-40B4-BE49-F238E27FC236}">
                <a16:creationId xmlns:a16="http://schemas.microsoft.com/office/drawing/2014/main" id="{C72673BD-C4E8-E8AD-9163-02D462D32FDA}"/>
              </a:ext>
            </a:extLst>
          </p:cNvPr>
          <p:cNvSpPr>
            <a:spLocks noGrp="1" noChangeArrowheads="1"/>
          </p:cNvSpPr>
          <p:nvPr>
            <p:ph type="body" idx="1"/>
          </p:nvPr>
        </p:nvSpPr>
        <p:spPr/>
        <p:txBody>
          <a:bodyPr/>
          <a:lstStyle/>
          <a:p>
            <a:r>
              <a:rPr lang="en-US" altLang="en-US" dirty="0"/>
              <a:t>Ripple effects - When you modify software, one change rarely affects only one part. It can create a ripple effect — where the impact spreads outward.</a:t>
            </a:r>
          </a:p>
          <a:p>
            <a:r>
              <a:rPr lang="en-US" altLang="en-US" dirty="0"/>
              <a:t>In software systems, ripple effects may occur because: </a:t>
            </a:r>
          </a:p>
          <a:p>
            <a:r>
              <a:rPr lang="en-US" altLang="en-US" dirty="0"/>
              <a:t>Components depend on each other</a:t>
            </a:r>
          </a:p>
          <a:p>
            <a:r>
              <a:rPr lang="en-US" altLang="en-US" dirty="0"/>
              <a:t>Modules share data</a:t>
            </a:r>
          </a:p>
          <a:p>
            <a:r>
              <a:rPr lang="en-US" altLang="en-US" dirty="0"/>
              <a:t>Functions call each other</a:t>
            </a:r>
          </a:p>
          <a:p>
            <a:r>
              <a:rPr lang="en-US" altLang="en-US" dirty="0"/>
              <a:t>UI, database, and business logic are connected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7764741-33D8-1D3F-7C94-30BEED3FECAC}"/>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E1B51460-B586-2DD2-345B-A47E807886D1}"/>
              </a:ext>
            </a:extLst>
          </p:cNvPr>
          <p:cNvSpPr>
            <a:spLocks noGrp="1" noChangeArrowheads="1"/>
          </p:cNvSpPr>
          <p:nvPr>
            <p:ph type="sldNum" sz="quarter" idx="5"/>
          </p:nvPr>
        </p:nvSpPr>
        <p:spPr>
          <a:ln/>
        </p:spPr>
        <p:txBody>
          <a:bodyPr/>
          <a:lstStyle/>
          <a:p>
            <a:fld id="{25ED5B96-3120-4321-9BE5-1D7D82B8BD10}" type="slidenum">
              <a:rPr lang="en-US" altLang="en-US"/>
              <a:pPr/>
              <a:t>9</a:t>
            </a:fld>
            <a:endParaRPr lang="en-US" altLang="en-US"/>
          </a:p>
        </p:txBody>
      </p:sp>
      <p:sp>
        <p:nvSpPr>
          <p:cNvPr id="1040386" name="Rectangle 2">
            <a:extLst>
              <a:ext uri="{FF2B5EF4-FFF2-40B4-BE49-F238E27FC236}">
                <a16:creationId xmlns:a16="http://schemas.microsoft.com/office/drawing/2014/main" id="{46D49DC1-162E-90FD-1705-7DD19C70E280}"/>
              </a:ext>
            </a:extLst>
          </p:cNvPr>
          <p:cNvSpPr>
            <a:spLocks noGrp="1" noRot="1" noChangeAspect="1" noChangeArrowheads="1" noTextEdit="1"/>
          </p:cNvSpPr>
          <p:nvPr>
            <p:ph type="sldImg"/>
          </p:nvPr>
        </p:nvSpPr>
        <p:spPr>
          <a:xfrm>
            <a:off x="414338" y="698500"/>
            <a:ext cx="6192837" cy="3484563"/>
          </a:xfrm>
          <a:ln/>
        </p:spPr>
      </p:sp>
      <p:sp>
        <p:nvSpPr>
          <p:cNvPr id="1040387" name="Rectangle 3">
            <a:extLst>
              <a:ext uri="{FF2B5EF4-FFF2-40B4-BE49-F238E27FC236}">
                <a16:creationId xmlns:a16="http://schemas.microsoft.com/office/drawing/2014/main" id="{8D44C7A9-C43E-7BAB-3E16-ACEA0D6B88C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A70D6-AB0F-5161-43F1-2DDA538878CF}"/>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7CAEF4BE-293A-8046-39AE-D3A1A5C025CF}"/>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CD7B7808-4C64-05AF-FF7C-B6FFA3CD8F0F}"/>
              </a:ext>
            </a:extLst>
          </p:cNvPr>
          <p:cNvSpPr>
            <a:spLocks noGrp="1" noChangeArrowheads="1"/>
          </p:cNvSpPr>
          <p:nvPr>
            <p:ph type="sldNum" sz="quarter" idx="5"/>
          </p:nvPr>
        </p:nvSpPr>
        <p:spPr>
          <a:ln/>
        </p:spPr>
        <p:txBody>
          <a:bodyPr/>
          <a:lstStyle/>
          <a:p>
            <a:fld id="{25ED5B96-3120-4321-9BE5-1D7D82B8BD10}" type="slidenum">
              <a:rPr lang="en-US" altLang="en-US"/>
              <a:pPr/>
              <a:t>10</a:t>
            </a:fld>
            <a:endParaRPr lang="en-US" altLang="en-US"/>
          </a:p>
        </p:txBody>
      </p:sp>
      <p:sp>
        <p:nvSpPr>
          <p:cNvPr id="1040386" name="Rectangle 2">
            <a:extLst>
              <a:ext uri="{FF2B5EF4-FFF2-40B4-BE49-F238E27FC236}">
                <a16:creationId xmlns:a16="http://schemas.microsoft.com/office/drawing/2014/main" id="{3BA5A2E4-4E15-8028-DE6E-82B459AEB601}"/>
              </a:ext>
            </a:extLst>
          </p:cNvPr>
          <p:cNvSpPr>
            <a:spLocks noGrp="1" noRot="1" noChangeAspect="1" noChangeArrowheads="1" noTextEdit="1"/>
          </p:cNvSpPr>
          <p:nvPr>
            <p:ph type="sldImg"/>
          </p:nvPr>
        </p:nvSpPr>
        <p:spPr>
          <a:xfrm>
            <a:off x="414338" y="698500"/>
            <a:ext cx="6192837" cy="3484563"/>
          </a:xfrm>
          <a:ln/>
        </p:spPr>
      </p:sp>
      <p:sp>
        <p:nvSpPr>
          <p:cNvPr id="1040387" name="Rectangle 3">
            <a:extLst>
              <a:ext uri="{FF2B5EF4-FFF2-40B4-BE49-F238E27FC236}">
                <a16:creationId xmlns:a16="http://schemas.microsoft.com/office/drawing/2014/main" id="{EFAFECD1-72ED-6623-CDFC-7734848744CA}"/>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559449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6B365-1921-437A-3868-01C6E186B172}"/>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E8EE7A6A-C2E6-0197-DA8F-49CACA346808}"/>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E115738A-588D-13C8-3713-E24EF654F1DB}"/>
              </a:ext>
            </a:extLst>
          </p:cNvPr>
          <p:cNvSpPr>
            <a:spLocks noGrp="1" noChangeArrowheads="1"/>
          </p:cNvSpPr>
          <p:nvPr>
            <p:ph type="sldNum" sz="quarter" idx="5"/>
          </p:nvPr>
        </p:nvSpPr>
        <p:spPr>
          <a:ln/>
        </p:spPr>
        <p:txBody>
          <a:bodyPr/>
          <a:lstStyle/>
          <a:p>
            <a:fld id="{25ED5B96-3120-4321-9BE5-1D7D82B8BD10}" type="slidenum">
              <a:rPr lang="en-US" altLang="en-US"/>
              <a:pPr/>
              <a:t>11</a:t>
            </a:fld>
            <a:endParaRPr lang="en-US" altLang="en-US"/>
          </a:p>
        </p:txBody>
      </p:sp>
      <p:sp>
        <p:nvSpPr>
          <p:cNvPr id="1040386" name="Rectangle 2">
            <a:extLst>
              <a:ext uri="{FF2B5EF4-FFF2-40B4-BE49-F238E27FC236}">
                <a16:creationId xmlns:a16="http://schemas.microsoft.com/office/drawing/2014/main" id="{C8EF6C38-50AA-32E8-0C4F-08BA7D7493F1}"/>
              </a:ext>
            </a:extLst>
          </p:cNvPr>
          <p:cNvSpPr>
            <a:spLocks noGrp="1" noRot="1" noChangeAspect="1" noChangeArrowheads="1" noTextEdit="1"/>
          </p:cNvSpPr>
          <p:nvPr>
            <p:ph type="sldImg"/>
          </p:nvPr>
        </p:nvSpPr>
        <p:spPr>
          <a:xfrm>
            <a:off x="414338" y="698500"/>
            <a:ext cx="6192837" cy="3484563"/>
          </a:xfrm>
          <a:ln/>
        </p:spPr>
      </p:sp>
      <p:sp>
        <p:nvSpPr>
          <p:cNvPr id="1040387" name="Rectangle 3">
            <a:extLst>
              <a:ext uri="{FF2B5EF4-FFF2-40B4-BE49-F238E27FC236}">
                <a16:creationId xmlns:a16="http://schemas.microsoft.com/office/drawing/2014/main" id="{0CC7B7C6-76B9-F99A-1924-2245EDD28E4B}"/>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95235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11244D6-B45F-5940-AA9B-1456A8E6857F}"/>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9C33AAF3-30DE-5865-EC94-AD8AE98D5D9C}"/>
              </a:ext>
            </a:extLst>
          </p:cNvPr>
          <p:cNvSpPr>
            <a:spLocks noGrp="1" noChangeArrowheads="1"/>
          </p:cNvSpPr>
          <p:nvPr>
            <p:ph type="sldNum" sz="quarter" idx="5"/>
          </p:nvPr>
        </p:nvSpPr>
        <p:spPr>
          <a:ln/>
        </p:spPr>
        <p:txBody>
          <a:bodyPr/>
          <a:lstStyle/>
          <a:p>
            <a:fld id="{60EFD9BF-B490-41BA-915F-EA46987131E2}" type="slidenum">
              <a:rPr lang="en-US" altLang="en-US"/>
              <a:pPr/>
              <a:t>12</a:t>
            </a:fld>
            <a:endParaRPr lang="en-US" altLang="en-US"/>
          </a:p>
        </p:txBody>
      </p:sp>
      <p:sp>
        <p:nvSpPr>
          <p:cNvPr id="1042434" name="Rectangle 2">
            <a:extLst>
              <a:ext uri="{FF2B5EF4-FFF2-40B4-BE49-F238E27FC236}">
                <a16:creationId xmlns:a16="http://schemas.microsoft.com/office/drawing/2014/main" id="{15E733FB-09BC-023A-E8D1-EECFFD7C57DB}"/>
              </a:ext>
            </a:extLst>
          </p:cNvPr>
          <p:cNvSpPr>
            <a:spLocks noGrp="1" noRot="1" noChangeAspect="1" noChangeArrowheads="1" noTextEdit="1"/>
          </p:cNvSpPr>
          <p:nvPr>
            <p:ph type="sldImg"/>
          </p:nvPr>
        </p:nvSpPr>
        <p:spPr>
          <a:xfrm>
            <a:off x="414338" y="698500"/>
            <a:ext cx="6192837" cy="3484563"/>
          </a:xfrm>
          <a:ln/>
        </p:spPr>
      </p:sp>
      <p:sp>
        <p:nvSpPr>
          <p:cNvPr id="1042435" name="Rectangle 3">
            <a:extLst>
              <a:ext uri="{FF2B5EF4-FFF2-40B4-BE49-F238E27FC236}">
                <a16:creationId xmlns:a16="http://schemas.microsoft.com/office/drawing/2014/main" id="{43B15110-81A4-24D5-1111-275359A8484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B5460DA-62E0-26F4-105E-0560162049CD}"/>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BC0BCE68-676A-FFC5-7BB2-E781BAAF2534}"/>
              </a:ext>
            </a:extLst>
          </p:cNvPr>
          <p:cNvSpPr>
            <a:spLocks noGrp="1" noChangeArrowheads="1"/>
          </p:cNvSpPr>
          <p:nvPr>
            <p:ph type="sldNum" sz="quarter" idx="5"/>
          </p:nvPr>
        </p:nvSpPr>
        <p:spPr>
          <a:ln/>
        </p:spPr>
        <p:txBody>
          <a:bodyPr/>
          <a:lstStyle/>
          <a:p>
            <a:fld id="{E9CE270B-D704-4912-8C53-E75AC8D78922}" type="slidenum">
              <a:rPr lang="en-US" altLang="en-US"/>
              <a:pPr/>
              <a:t>13</a:t>
            </a:fld>
            <a:endParaRPr lang="en-US" altLang="en-US"/>
          </a:p>
        </p:txBody>
      </p:sp>
      <p:sp>
        <p:nvSpPr>
          <p:cNvPr id="1060866" name="Rectangle 2">
            <a:extLst>
              <a:ext uri="{FF2B5EF4-FFF2-40B4-BE49-F238E27FC236}">
                <a16:creationId xmlns:a16="http://schemas.microsoft.com/office/drawing/2014/main" id="{57C39EA4-6948-77E1-776A-B15BBC708AF4}"/>
              </a:ext>
            </a:extLst>
          </p:cNvPr>
          <p:cNvSpPr>
            <a:spLocks noGrp="1" noRot="1" noChangeAspect="1" noChangeArrowheads="1" noTextEdit="1"/>
          </p:cNvSpPr>
          <p:nvPr>
            <p:ph type="sldImg"/>
          </p:nvPr>
        </p:nvSpPr>
        <p:spPr>
          <a:xfrm>
            <a:off x="414338" y="698500"/>
            <a:ext cx="6192837" cy="3484563"/>
          </a:xfrm>
          <a:ln/>
        </p:spPr>
      </p:sp>
      <p:sp>
        <p:nvSpPr>
          <p:cNvPr id="1060867" name="Rectangle 3">
            <a:extLst>
              <a:ext uri="{FF2B5EF4-FFF2-40B4-BE49-F238E27FC236}">
                <a16:creationId xmlns:a16="http://schemas.microsoft.com/office/drawing/2014/main" id="{D0256BEC-47D4-1743-43E8-ABC434920281}"/>
              </a:ext>
            </a:extLst>
          </p:cNvPr>
          <p:cNvSpPr>
            <a:spLocks noGrp="1" noChangeArrowheads="1"/>
          </p:cNvSpPr>
          <p:nvPr>
            <p:ph type="body" idx="1"/>
          </p:nvPr>
        </p:nvSpPr>
        <p:spPr/>
        <p:txBody>
          <a:bodyPr/>
          <a:lstStyle/>
          <a:p>
            <a:r>
              <a:rPr lang="en-US" altLang="en-US" dirty="0"/>
              <a:t>Software maintenance involves many different kinds of </a:t>
            </a:r>
            <a:r>
              <a:rPr lang="en-US" altLang="en-US" dirty="0" err="1"/>
              <a:t>work.To</a:t>
            </a:r>
            <a:r>
              <a:rPr lang="en-US" altLang="en-US" dirty="0"/>
              <a:t> manage it properly, we need a clear way to decide what type of maintenance each task belongs </a:t>
            </a:r>
            <a:r>
              <a:rPr lang="en-US" altLang="en-US" dirty="0" err="1"/>
              <a:t>to.But</a:t>
            </a:r>
            <a:r>
              <a:rPr lang="en-US" altLang="en-US" dirty="0"/>
              <a:t> sometimes it's hard to judge because activities </a:t>
            </a:r>
            <a:r>
              <a:rPr lang="en-US" altLang="en-US" dirty="0" err="1"/>
              <a:t>overlap.So</a:t>
            </a:r>
            <a:r>
              <a:rPr lang="en-US" altLang="en-US" dirty="0"/>
              <a:t> researchers created a decision tree to help us classify maintenance in a consistent way.</a:t>
            </a:r>
          </a:p>
          <a:p>
            <a:r>
              <a:rPr lang="en-US" altLang="en-US" dirty="0"/>
              <a:t>The decision tree uses a two-step process:</a:t>
            </a:r>
          </a:p>
          <a:p>
            <a:r>
              <a:rPr lang="en-US" altLang="en-US" dirty="0"/>
              <a:t>You first look at what general area the maintenance activity belongs to.</a:t>
            </a:r>
          </a:p>
          <a:p>
            <a:r>
              <a:rPr lang="en-US" altLang="en-US" dirty="0"/>
              <a:t>Example clusters: Software Properties Support interface Documentation Business Rules</a:t>
            </a:r>
          </a:p>
          <a:p>
            <a:r>
              <a:rPr lang="en-US" altLang="en-US" dirty="0"/>
              <a:t>Once you know the group, choose the exact type within that group.</a:t>
            </a:r>
          </a:p>
          <a:p>
            <a:r>
              <a:rPr lang="en-US" altLang="en-US" dirty="0"/>
              <a:t>Example (inside Software Properties cluster): Adaptive, Performance, Preventive, </a:t>
            </a:r>
            <a:r>
              <a:rPr lang="en-US" altLang="en-US" dirty="0" err="1"/>
              <a:t>Groomative</a:t>
            </a:r>
            <a:endParaRPr lang="en-US" altLang="en-US" dirty="0"/>
          </a:p>
          <a:p>
            <a:r>
              <a:rPr lang="en-US" altLang="en-US" dirty="0"/>
              <a:t>This helps classify the task accurately.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B5460DA-62E0-26F4-105E-0560162049CD}"/>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BC0BCE68-676A-FFC5-7BB2-E781BAAF2534}"/>
              </a:ext>
            </a:extLst>
          </p:cNvPr>
          <p:cNvSpPr>
            <a:spLocks noGrp="1" noChangeArrowheads="1"/>
          </p:cNvSpPr>
          <p:nvPr>
            <p:ph type="sldNum" sz="quarter" idx="5"/>
          </p:nvPr>
        </p:nvSpPr>
        <p:spPr>
          <a:ln/>
        </p:spPr>
        <p:txBody>
          <a:bodyPr/>
          <a:lstStyle/>
          <a:p>
            <a:fld id="{E9CE270B-D704-4912-8C53-E75AC8D78922}" type="slidenum">
              <a:rPr lang="en-US" altLang="en-US"/>
              <a:pPr/>
              <a:t>14</a:t>
            </a:fld>
            <a:endParaRPr lang="en-US" altLang="en-US"/>
          </a:p>
        </p:txBody>
      </p:sp>
      <p:sp>
        <p:nvSpPr>
          <p:cNvPr id="1060866" name="Rectangle 2">
            <a:extLst>
              <a:ext uri="{FF2B5EF4-FFF2-40B4-BE49-F238E27FC236}">
                <a16:creationId xmlns:a16="http://schemas.microsoft.com/office/drawing/2014/main" id="{57C39EA4-6948-77E1-776A-B15BBC708AF4}"/>
              </a:ext>
            </a:extLst>
          </p:cNvPr>
          <p:cNvSpPr>
            <a:spLocks noGrp="1" noRot="1" noChangeAspect="1" noChangeArrowheads="1" noTextEdit="1"/>
          </p:cNvSpPr>
          <p:nvPr>
            <p:ph type="sldImg"/>
          </p:nvPr>
        </p:nvSpPr>
        <p:spPr>
          <a:xfrm>
            <a:off x="414338" y="698500"/>
            <a:ext cx="6192837" cy="3484563"/>
          </a:xfrm>
          <a:ln/>
        </p:spPr>
      </p:sp>
      <p:sp>
        <p:nvSpPr>
          <p:cNvPr id="1060867" name="Rectangle 3">
            <a:extLst>
              <a:ext uri="{FF2B5EF4-FFF2-40B4-BE49-F238E27FC236}">
                <a16:creationId xmlns:a16="http://schemas.microsoft.com/office/drawing/2014/main" id="{D0256BEC-47D4-1743-43E8-ABC434920281}"/>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42439333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C08DB5C-2306-A7EE-DBE4-ACDAC5839E67}"/>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6BFAFD49-95A1-85B8-2562-55A670BE0AA4}"/>
              </a:ext>
            </a:extLst>
          </p:cNvPr>
          <p:cNvSpPr>
            <a:spLocks noGrp="1" noChangeArrowheads="1"/>
          </p:cNvSpPr>
          <p:nvPr>
            <p:ph type="sldNum" sz="quarter" idx="5"/>
          </p:nvPr>
        </p:nvSpPr>
        <p:spPr>
          <a:ln/>
        </p:spPr>
        <p:txBody>
          <a:bodyPr/>
          <a:lstStyle/>
          <a:p>
            <a:fld id="{3F29A7F5-19FB-4A36-B977-C815BF6A920D}" type="slidenum">
              <a:rPr lang="en-US" altLang="en-US"/>
              <a:pPr/>
              <a:t>15</a:t>
            </a:fld>
            <a:endParaRPr lang="en-US" altLang="en-US"/>
          </a:p>
        </p:txBody>
      </p:sp>
      <p:sp>
        <p:nvSpPr>
          <p:cNvPr id="1056770" name="Rectangle 2">
            <a:extLst>
              <a:ext uri="{FF2B5EF4-FFF2-40B4-BE49-F238E27FC236}">
                <a16:creationId xmlns:a16="http://schemas.microsoft.com/office/drawing/2014/main" id="{DDF2F10B-EA5F-84D4-BD96-F9391EEB9FAE}"/>
              </a:ext>
            </a:extLst>
          </p:cNvPr>
          <p:cNvSpPr>
            <a:spLocks noGrp="1" noRot="1" noChangeAspect="1" noChangeArrowheads="1" noTextEdit="1"/>
          </p:cNvSpPr>
          <p:nvPr>
            <p:ph type="sldImg"/>
          </p:nvPr>
        </p:nvSpPr>
        <p:spPr>
          <a:xfrm>
            <a:off x="414338" y="698500"/>
            <a:ext cx="6192837" cy="3484563"/>
          </a:xfrm>
          <a:ln/>
        </p:spPr>
      </p:sp>
      <p:sp>
        <p:nvSpPr>
          <p:cNvPr id="1056771" name="Rectangle 3">
            <a:extLst>
              <a:ext uri="{FF2B5EF4-FFF2-40B4-BE49-F238E27FC236}">
                <a16:creationId xmlns:a16="http://schemas.microsoft.com/office/drawing/2014/main" id="{79D064E8-799D-7D54-FBF2-EC33356AC50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D51A7-F465-179F-A8C6-23224BAC7EC2}"/>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A6AD47F0-F303-AC9D-4365-9B660279628F}"/>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D46DC6A6-3474-4CAB-E912-070F1346F448}"/>
              </a:ext>
            </a:extLst>
          </p:cNvPr>
          <p:cNvSpPr>
            <a:spLocks noGrp="1" noChangeArrowheads="1"/>
          </p:cNvSpPr>
          <p:nvPr>
            <p:ph type="sldNum" sz="quarter" idx="5"/>
          </p:nvPr>
        </p:nvSpPr>
        <p:spPr>
          <a:ln/>
        </p:spPr>
        <p:txBody>
          <a:bodyPr/>
          <a:lstStyle/>
          <a:p>
            <a:fld id="{25ED5B96-3120-4321-9BE5-1D7D82B8BD10}" type="slidenum">
              <a:rPr lang="en-US" altLang="en-US"/>
              <a:pPr/>
              <a:t>16</a:t>
            </a:fld>
            <a:endParaRPr lang="en-US" altLang="en-US"/>
          </a:p>
        </p:txBody>
      </p:sp>
      <p:sp>
        <p:nvSpPr>
          <p:cNvPr id="1040386" name="Rectangle 2">
            <a:extLst>
              <a:ext uri="{FF2B5EF4-FFF2-40B4-BE49-F238E27FC236}">
                <a16:creationId xmlns:a16="http://schemas.microsoft.com/office/drawing/2014/main" id="{656BE178-0565-1AA4-0D71-77E62A195B96}"/>
              </a:ext>
            </a:extLst>
          </p:cNvPr>
          <p:cNvSpPr>
            <a:spLocks noGrp="1" noRot="1" noChangeAspect="1" noChangeArrowheads="1" noTextEdit="1"/>
          </p:cNvSpPr>
          <p:nvPr>
            <p:ph type="sldImg"/>
          </p:nvPr>
        </p:nvSpPr>
        <p:spPr>
          <a:xfrm>
            <a:off x="414338" y="698500"/>
            <a:ext cx="6192837" cy="3484563"/>
          </a:xfrm>
          <a:ln/>
        </p:spPr>
      </p:sp>
      <p:sp>
        <p:nvSpPr>
          <p:cNvPr id="1040387" name="Rectangle 3">
            <a:extLst>
              <a:ext uri="{FF2B5EF4-FFF2-40B4-BE49-F238E27FC236}">
                <a16:creationId xmlns:a16="http://schemas.microsoft.com/office/drawing/2014/main" id="{C3F9560D-A66D-05EB-12A9-1919682F1506}"/>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685038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985E5-6E30-ECB6-684F-367B090C8FE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3FAC5DDD-8D23-5805-7A19-C60F1F804DA3}"/>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440CF9AF-70B8-6EB6-EAD3-E660C0061DB2}"/>
              </a:ext>
            </a:extLst>
          </p:cNvPr>
          <p:cNvSpPr>
            <a:spLocks noGrp="1" noChangeArrowheads="1"/>
          </p:cNvSpPr>
          <p:nvPr>
            <p:ph type="sldNum" sz="quarter" idx="5"/>
          </p:nvPr>
        </p:nvSpPr>
        <p:spPr>
          <a:ln/>
        </p:spPr>
        <p:txBody>
          <a:bodyPr/>
          <a:lstStyle/>
          <a:p>
            <a:fld id="{25ED5B96-3120-4321-9BE5-1D7D82B8BD10}" type="slidenum">
              <a:rPr lang="en-US" altLang="en-US"/>
              <a:pPr/>
              <a:t>17</a:t>
            </a:fld>
            <a:endParaRPr lang="en-US" altLang="en-US"/>
          </a:p>
        </p:txBody>
      </p:sp>
      <p:sp>
        <p:nvSpPr>
          <p:cNvPr id="1040386" name="Rectangle 2">
            <a:extLst>
              <a:ext uri="{FF2B5EF4-FFF2-40B4-BE49-F238E27FC236}">
                <a16:creationId xmlns:a16="http://schemas.microsoft.com/office/drawing/2014/main" id="{1DA06194-2489-4C0A-85A9-7183C0996F46}"/>
              </a:ext>
            </a:extLst>
          </p:cNvPr>
          <p:cNvSpPr>
            <a:spLocks noGrp="1" noRot="1" noChangeAspect="1" noChangeArrowheads="1" noTextEdit="1"/>
          </p:cNvSpPr>
          <p:nvPr>
            <p:ph type="sldImg"/>
          </p:nvPr>
        </p:nvSpPr>
        <p:spPr>
          <a:xfrm>
            <a:off x="414338" y="698500"/>
            <a:ext cx="6192837" cy="3484563"/>
          </a:xfrm>
          <a:ln/>
        </p:spPr>
      </p:sp>
      <p:sp>
        <p:nvSpPr>
          <p:cNvPr id="1040387" name="Rectangle 3">
            <a:extLst>
              <a:ext uri="{FF2B5EF4-FFF2-40B4-BE49-F238E27FC236}">
                <a16:creationId xmlns:a16="http://schemas.microsoft.com/office/drawing/2014/main" id="{C4088384-52C7-1C5E-2E09-F4EEBE73703E}"/>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123243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20C7D04-E3D5-743A-7023-4A1EF17ACD71}"/>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4F67D625-CEF5-F669-DEA9-43824DAC0BD9}"/>
              </a:ext>
            </a:extLst>
          </p:cNvPr>
          <p:cNvSpPr>
            <a:spLocks noGrp="1" noChangeArrowheads="1"/>
          </p:cNvSpPr>
          <p:nvPr>
            <p:ph type="sldNum" sz="quarter" idx="5"/>
          </p:nvPr>
        </p:nvSpPr>
        <p:spPr>
          <a:ln/>
        </p:spPr>
        <p:txBody>
          <a:bodyPr/>
          <a:lstStyle/>
          <a:p>
            <a:fld id="{7B22B637-F1D6-493A-A03D-0EF9E4310A4C}" type="slidenum">
              <a:rPr lang="en-US" altLang="en-US"/>
              <a:pPr/>
              <a:t>18</a:t>
            </a:fld>
            <a:endParaRPr lang="en-US" altLang="en-US"/>
          </a:p>
        </p:txBody>
      </p:sp>
      <p:sp>
        <p:nvSpPr>
          <p:cNvPr id="1058818" name="Rectangle 2">
            <a:extLst>
              <a:ext uri="{FF2B5EF4-FFF2-40B4-BE49-F238E27FC236}">
                <a16:creationId xmlns:a16="http://schemas.microsoft.com/office/drawing/2014/main" id="{FA60716C-0F7D-0F57-0C94-51B881A20198}"/>
              </a:ext>
            </a:extLst>
          </p:cNvPr>
          <p:cNvSpPr>
            <a:spLocks noGrp="1" noRot="1" noChangeAspect="1" noChangeArrowheads="1" noTextEdit="1"/>
          </p:cNvSpPr>
          <p:nvPr>
            <p:ph type="sldImg"/>
          </p:nvPr>
        </p:nvSpPr>
        <p:spPr>
          <a:xfrm>
            <a:off x="414338" y="698500"/>
            <a:ext cx="6192837" cy="3484563"/>
          </a:xfrm>
          <a:ln/>
        </p:spPr>
      </p:sp>
      <p:sp>
        <p:nvSpPr>
          <p:cNvPr id="1058819" name="Rectangle 3">
            <a:extLst>
              <a:ext uri="{FF2B5EF4-FFF2-40B4-BE49-F238E27FC236}">
                <a16:creationId xmlns:a16="http://schemas.microsoft.com/office/drawing/2014/main" id="{AEFBA449-D0AB-09E5-E1AD-A66E8BEB361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BC07F78-991D-7432-1D52-69EEEE8B0467}"/>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5F9D4469-B4AD-4641-B294-B0512A6A5E42}"/>
              </a:ext>
            </a:extLst>
          </p:cNvPr>
          <p:cNvSpPr>
            <a:spLocks noGrp="1" noChangeArrowheads="1"/>
          </p:cNvSpPr>
          <p:nvPr>
            <p:ph type="sldNum" sz="quarter" idx="5"/>
          </p:nvPr>
        </p:nvSpPr>
        <p:spPr>
          <a:ln/>
        </p:spPr>
        <p:txBody>
          <a:bodyPr/>
          <a:lstStyle/>
          <a:p>
            <a:fld id="{5C3FFB46-39D5-46B2-AC27-D0A460847F87}" type="slidenum">
              <a:rPr lang="en-US" altLang="en-US"/>
              <a:pPr/>
              <a:t>19</a:t>
            </a:fld>
            <a:endParaRPr lang="en-US" altLang="en-US"/>
          </a:p>
        </p:txBody>
      </p:sp>
      <p:sp>
        <p:nvSpPr>
          <p:cNvPr id="1067010" name="Rectangle 2">
            <a:extLst>
              <a:ext uri="{FF2B5EF4-FFF2-40B4-BE49-F238E27FC236}">
                <a16:creationId xmlns:a16="http://schemas.microsoft.com/office/drawing/2014/main" id="{5E280F13-07EB-08C4-E9BA-C77D770E77EE}"/>
              </a:ext>
            </a:extLst>
          </p:cNvPr>
          <p:cNvSpPr>
            <a:spLocks noGrp="1" noRot="1" noChangeAspect="1" noChangeArrowheads="1" noTextEdit="1"/>
          </p:cNvSpPr>
          <p:nvPr>
            <p:ph type="sldImg"/>
          </p:nvPr>
        </p:nvSpPr>
        <p:spPr>
          <a:xfrm>
            <a:off x="414338" y="698500"/>
            <a:ext cx="6192837" cy="3484563"/>
          </a:xfrm>
          <a:ln/>
        </p:spPr>
      </p:sp>
      <p:sp>
        <p:nvSpPr>
          <p:cNvPr id="1067011" name="Rectangle 3">
            <a:extLst>
              <a:ext uri="{FF2B5EF4-FFF2-40B4-BE49-F238E27FC236}">
                <a16:creationId xmlns:a16="http://schemas.microsoft.com/office/drawing/2014/main" id="{3854A10A-6B3C-93A0-55AB-C91F9729B401}"/>
              </a:ext>
            </a:extLst>
          </p:cNvPr>
          <p:cNvSpPr>
            <a:spLocks noGrp="1" noChangeArrowheads="1"/>
          </p:cNvSpPr>
          <p:nvPr>
            <p:ph type="body" idx="1"/>
          </p:nvPr>
        </p:nvSpPr>
        <p:spPr/>
        <p:txBody>
          <a:bodyPr/>
          <a:lstStyle/>
          <a:p>
            <a:r>
              <a:rPr lang="en-US" altLang="en-US" dirty="0"/>
              <a:t>This dimension describes what exactly is being maintained in a software system. It focuses on three concepts:</a:t>
            </a:r>
          </a:p>
          <a:p>
            <a:r>
              <a:rPr lang="en-US" altLang="en-US" dirty="0"/>
              <a:t>Product: The product is the whole software package that the team maintains. Source code is the most important part because it is what developers modify when fixing bugs or adding features.</a:t>
            </a:r>
          </a:p>
          <a:p>
            <a:r>
              <a:rPr lang="en-US" altLang="en-US" dirty="0"/>
              <a:t>Product upgrade:  A product upgrade refers to any improvement or change made to a specific version (or baseline) of the software.</a:t>
            </a:r>
          </a:p>
          <a:p>
            <a:r>
              <a:rPr lang="en-US" altLang="en-US" dirty="0"/>
              <a:t>Artifacts: are all the supporting items used to build, maintain, or understand a software product. For example: Test cases, design docs, source files, Graphical diagrams (UML, architecture diagrams)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4BA2A5E-53EC-3E4B-E476-0841B09FB901}"/>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AB8B8B62-4CA5-C03F-0860-54885EA10415}"/>
              </a:ext>
            </a:extLst>
          </p:cNvPr>
          <p:cNvSpPr>
            <a:spLocks noGrp="1" noChangeArrowheads="1"/>
          </p:cNvSpPr>
          <p:nvPr>
            <p:ph type="sldNum" sz="quarter" idx="5"/>
          </p:nvPr>
        </p:nvSpPr>
        <p:spPr>
          <a:ln/>
        </p:spPr>
        <p:txBody>
          <a:bodyPr/>
          <a:lstStyle/>
          <a:p>
            <a:fld id="{22D9A6F7-D720-432C-9DCB-D5795C61CA73}" type="slidenum">
              <a:rPr lang="en-US" altLang="en-US"/>
              <a:pPr/>
              <a:t>20</a:t>
            </a:fld>
            <a:endParaRPr lang="en-US" altLang="en-US"/>
          </a:p>
        </p:txBody>
      </p:sp>
      <p:sp>
        <p:nvSpPr>
          <p:cNvPr id="1069058" name="Rectangle 2">
            <a:extLst>
              <a:ext uri="{FF2B5EF4-FFF2-40B4-BE49-F238E27FC236}">
                <a16:creationId xmlns:a16="http://schemas.microsoft.com/office/drawing/2014/main" id="{31DA0A4A-0C72-3AED-1D66-C21F4B71EADA}"/>
              </a:ext>
            </a:extLst>
          </p:cNvPr>
          <p:cNvSpPr>
            <a:spLocks noGrp="1" noRot="1" noChangeAspect="1" noChangeArrowheads="1" noTextEdit="1"/>
          </p:cNvSpPr>
          <p:nvPr>
            <p:ph type="sldImg"/>
          </p:nvPr>
        </p:nvSpPr>
        <p:spPr>
          <a:xfrm>
            <a:off x="414338" y="698500"/>
            <a:ext cx="6192837" cy="3484563"/>
          </a:xfrm>
          <a:ln/>
        </p:spPr>
      </p:sp>
      <p:sp>
        <p:nvSpPr>
          <p:cNvPr id="1069059" name="Rectangle 3">
            <a:extLst>
              <a:ext uri="{FF2B5EF4-FFF2-40B4-BE49-F238E27FC236}">
                <a16:creationId xmlns:a16="http://schemas.microsoft.com/office/drawing/2014/main" id="{7EEDC0BC-BC3B-FEE2-B8C0-4717BA9D245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C731DE3-9188-7E5B-F681-2C486A493C62}"/>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CE5E8B9D-DF5F-4D21-6003-1BB0740458A7}"/>
              </a:ext>
            </a:extLst>
          </p:cNvPr>
          <p:cNvSpPr>
            <a:spLocks noGrp="1" noChangeArrowheads="1"/>
          </p:cNvSpPr>
          <p:nvPr>
            <p:ph type="sldNum" sz="quarter" idx="5"/>
          </p:nvPr>
        </p:nvSpPr>
        <p:spPr>
          <a:ln/>
        </p:spPr>
        <p:txBody>
          <a:bodyPr/>
          <a:lstStyle/>
          <a:p>
            <a:fld id="{A7A06480-9E80-4B5C-B7F6-5165F11BC116}" type="slidenum">
              <a:rPr lang="en-US" altLang="en-US"/>
              <a:pPr/>
              <a:t>21</a:t>
            </a:fld>
            <a:endParaRPr lang="en-US" altLang="en-US"/>
          </a:p>
        </p:txBody>
      </p:sp>
      <p:sp>
        <p:nvSpPr>
          <p:cNvPr id="1071106" name="Rectangle 2">
            <a:extLst>
              <a:ext uri="{FF2B5EF4-FFF2-40B4-BE49-F238E27FC236}">
                <a16:creationId xmlns:a16="http://schemas.microsoft.com/office/drawing/2014/main" id="{2C8B0F1F-54A3-1287-D25F-E4F1A38C8E92}"/>
              </a:ext>
            </a:extLst>
          </p:cNvPr>
          <p:cNvSpPr>
            <a:spLocks noGrp="1" noRot="1" noChangeAspect="1" noChangeArrowheads="1" noTextEdit="1"/>
          </p:cNvSpPr>
          <p:nvPr>
            <p:ph type="sldImg"/>
          </p:nvPr>
        </p:nvSpPr>
        <p:spPr>
          <a:xfrm>
            <a:off x="414338" y="698500"/>
            <a:ext cx="6192837" cy="3484563"/>
          </a:xfrm>
          <a:ln/>
        </p:spPr>
      </p:sp>
      <p:sp>
        <p:nvSpPr>
          <p:cNvPr id="1071107" name="Rectangle 3">
            <a:extLst>
              <a:ext uri="{FF2B5EF4-FFF2-40B4-BE49-F238E27FC236}">
                <a16:creationId xmlns:a16="http://schemas.microsoft.com/office/drawing/2014/main" id="{A1308812-5F4C-217D-03D7-0C507852F8F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2D0FBE2-AE55-87CE-AAB7-EAAE6B830755}"/>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C8774381-20B5-16F7-614A-916BA8E73033}"/>
              </a:ext>
            </a:extLst>
          </p:cNvPr>
          <p:cNvSpPr>
            <a:spLocks noGrp="1" noChangeArrowheads="1"/>
          </p:cNvSpPr>
          <p:nvPr>
            <p:ph type="sldNum" sz="quarter" idx="5"/>
          </p:nvPr>
        </p:nvSpPr>
        <p:spPr>
          <a:ln/>
        </p:spPr>
        <p:txBody>
          <a:bodyPr/>
          <a:lstStyle/>
          <a:p>
            <a:fld id="{4470A83C-8FE8-4C02-96CF-F6197BDCE76F}" type="slidenum">
              <a:rPr lang="en-US" altLang="en-US"/>
              <a:pPr/>
              <a:t>22</a:t>
            </a:fld>
            <a:endParaRPr lang="en-US" altLang="en-US"/>
          </a:p>
        </p:txBody>
      </p:sp>
      <p:sp>
        <p:nvSpPr>
          <p:cNvPr id="1075202" name="Rectangle 2">
            <a:extLst>
              <a:ext uri="{FF2B5EF4-FFF2-40B4-BE49-F238E27FC236}">
                <a16:creationId xmlns:a16="http://schemas.microsoft.com/office/drawing/2014/main" id="{8230144A-EBDC-B36A-B14D-0ECBAB6C49FE}"/>
              </a:ext>
            </a:extLst>
          </p:cNvPr>
          <p:cNvSpPr>
            <a:spLocks noGrp="1" noRot="1" noChangeAspect="1" noChangeArrowheads="1" noTextEdit="1"/>
          </p:cNvSpPr>
          <p:nvPr>
            <p:ph type="sldImg"/>
          </p:nvPr>
        </p:nvSpPr>
        <p:spPr>
          <a:xfrm>
            <a:off x="414338" y="698500"/>
            <a:ext cx="6192837" cy="3484563"/>
          </a:xfrm>
          <a:ln/>
        </p:spPr>
      </p:sp>
      <p:sp>
        <p:nvSpPr>
          <p:cNvPr id="1075203" name="Rectangle 3">
            <a:extLst>
              <a:ext uri="{FF2B5EF4-FFF2-40B4-BE49-F238E27FC236}">
                <a16:creationId xmlns:a16="http://schemas.microsoft.com/office/drawing/2014/main" id="{91A30FE2-290A-3449-5BB8-8DB166EE86F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550D2F3-33D1-E193-2BB5-83DE4EDC086D}"/>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067AE583-E75D-7ACB-BD89-C9B543248EEB}"/>
              </a:ext>
            </a:extLst>
          </p:cNvPr>
          <p:cNvSpPr>
            <a:spLocks noGrp="1" noChangeArrowheads="1"/>
          </p:cNvSpPr>
          <p:nvPr>
            <p:ph type="sldNum" sz="quarter" idx="5"/>
          </p:nvPr>
        </p:nvSpPr>
        <p:spPr>
          <a:ln/>
        </p:spPr>
        <p:txBody>
          <a:bodyPr/>
          <a:lstStyle/>
          <a:p>
            <a:fld id="{057AB774-1967-41E5-B2F6-474AF20CB77B}" type="slidenum">
              <a:rPr lang="en-US" altLang="en-US"/>
              <a:pPr/>
              <a:t>23</a:t>
            </a:fld>
            <a:endParaRPr lang="en-US" altLang="en-US"/>
          </a:p>
        </p:txBody>
      </p:sp>
      <p:sp>
        <p:nvSpPr>
          <p:cNvPr id="1077250" name="Rectangle 2">
            <a:extLst>
              <a:ext uri="{FF2B5EF4-FFF2-40B4-BE49-F238E27FC236}">
                <a16:creationId xmlns:a16="http://schemas.microsoft.com/office/drawing/2014/main" id="{71D06A84-0AB0-C300-9B10-3409F7F9E0D8}"/>
              </a:ext>
            </a:extLst>
          </p:cNvPr>
          <p:cNvSpPr>
            <a:spLocks noGrp="1" noRot="1" noChangeAspect="1" noChangeArrowheads="1" noTextEdit="1"/>
          </p:cNvSpPr>
          <p:nvPr>
            <p:ph type="sldImg"/>
          </p:nvPr>
        </p:nvSpPr>
        <p:spPr>
          <a:xfrm>
            <a:off x="414338" y="698500"/>
            <a:ext cx="6192837" cy="3484563"/>
          </a:xfrm>
          <a:ln/>
        </p:spPr>
      </p:sp>
      <p:sp>
        <p:nvSpPr>
          <p:cNvPr id="1077251" name="Rectangle 3">
            <a:extLst>
              <a:ext uri="{FF2B5EF4-FFF2-40B4-BE49-F238E27FC236}">
                <a16:creationId xmlns:a16="http://schemas.microsoft.com/office/drawing/2014/main" id="{CA67B0EC-6F41-2CE6-31B0-7ACD0E9E85D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ED462C7-87EC-B041-18D8-2374BFE33473}"/>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C1077106-087D-89EC-DF73-9C1E0AA8E4AB}"/>
              </a:ext>
            </a:extLst>
          </p:cNvPr>
          <p:cNvSpPr>
            <a:spLocks noGrp="1" noChangeArrowheads="1"/>
          </p:cNvSpPr>
          <p:nvPr>
            <p:ph type="sldNum" sz="quarter" idx="5"/>
          </p:nvPr>
        </p:nvSpPr>
        <p:spPr>
          <a:ln/>
        </p:spPr>
        <p:txBody>
          <a:bodyPr/>
          <a:lstStyle/>
          <a:p>
            <a:fld id="{9D44C0F7-0F68-4421-8BB7-65B530A9CD68}" type="slidenum">
              <a:rPr lang="en-US" altLang="en-US"/>
              <a:pPr/>
              <a:t>24</a:t>
            </a:fld>
            <a:endParaRPr lang="en-US" altLang="en-US"/>
          </a:p>
        </p:txBody>
      </p:sp>
      <p:sp>
        <p:nvSpPr>
          <p:cNvPr id="1079298" name="Rectangle 2">
            <a:extLst>
              <a:ext uri="{FF2B5EF4-FFF2-40B4-BE49-F238E27FC236}">
                <a16:creationId xmlns:a16="http://schemas.microsoft.com/office/drawing/2014/main" id="{9DABA2EC-5428-FA4F-44CA-088B0A508B15}"/>
              </a:ext>
            </a:extLst>
          </p:cNvPr>
          <p:cNvSpPr>
            <a:spLocks noGrp="1" noRot="1" noChangeAspect="1" noChangeArrowheads="1" noTextEdit="1"/>
          </p:cNvSpPr>
          <p:nvPr>
            <p:ph type="sldImg"/>
          </p:nvPr>
        </p:nvSpPr>
        <p:spPr>
          <a:xfrm>
            <a:off x="414338" y="698500"/>
            <a:ext cx="6192837" cy="3484563"/>
          </a:xfrm>
          <a:ln/>
        </p:spPr>
      </p:sp>
      <p:sp>
        <p:nvSpPr>
          <p:cNvPr id="1079299" name="Rectangle 3">
            <a:extLst>
              <a:ext uri="{FF2B5EF4-FFF2-40B4-BE49-F238E27FC236}">
                <a16:creationId xmlns:a16="http://schemas.microsoft.com/office/drawing/2014/main" id="{36F4073C-31C8-F713-46EB-39F3E374DF6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8086103-14F5-5C54-6E39-5E9208946141}"/>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3AF25B10-56C4-BB49-574F-4358A47545CD}"/>
              </a:ext>
            </a:extLst>
          </p:cNvPr>
          <p:cNvSpPr>
            <a:spLocks noGrp="1" noChangeArrowheads="1"/>
          </p:cNvSpPr>
          <p:nvPr>
            <p:ph type="sldNum" sz="quarter" idx="5"/>
          </p:nvPr>
        </p:nvSpPr>
        <p:spPr>
          <a:ln/>
        </p:spPr>
        <p:txBody>
          <a:bodyPr/>
          <a:lstStyle/>
          <a:p>
            <a:fld id="{12768C3C-1953-4D3C-A705-ECCF43DDA051}" type="slidenum">
              <a:rPr lang="en-US" altLang="en-US"/>
              <a:pPr/>
              <a:t>25</a:t>
            </a:fld>
            <a:endParaRPr lang="en-US" altLang="en-US"/>
          </a:p>
        </p:txBody>
      </p:sp>
      <p:sp>
        <p:nvSpPr>
          <p:cNvPr id="1073154" name="Rectangle 2">
            <a:extLst>
              <a:ext uri="{FF2B5EF4-FFF2-40B4-BE49-F238E27FC236}">
                <a16:creationId xmlns:a16="http://schemas.microsoft.com/office/drawing/2014/main" id="{C82C9ACE-53BC-CD08-0255-14DDBDC44810}"/>
              </a:ext>
            </a:extLst>
          </p:cNvPr>
          <p:cNvSpPr>
            <a:spLocks noGrp="1" noRot="1" noChangeAspect="1" noChangeArrowheads="1" noTextEdit="1"/>
          </p:cNvSpPr>
          <p:nvPr>
            <p:ph type="sldImg"/>
          </p:nvPr>
        </p:nvSpPr>
        <p:spPr>
          <a:xfrm>
            <a:off x="414338" y="698500"/>
            <a:ext cx="6192837" cy="3484563"/>
          </a:xfrm>
          <a:ln/>
        </p:spPr>
      </p:sp>
      <p:sp>
        <p:nvSpPr>
          <p:cNvPr id="1073155" name="Rectangle 3">
            <a:extLst>
              <a:ext uri="{FF2B5EF4-FFF2-40B4-BE49-F238E27FC236}">
                <a16:creationId xmlns:a16="http://schemas.microsoft.com/office/drawing/2014/main" id="{CB19D63F-F53E-26C7-FB59-F4C61F22086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23DA3E1-8105-4539-70A6-DA5FEE7FD3C4}"/>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0A91050A-3D23-67CE-2C1A-45A36A93A31E}"/>
              </a:ext>
            </a:extLst>
          </p:cNvPr>
          <p:cNvSpPr>
            <a:spLocks noGrp="1" noChangeArrowheads="1"/>
          </p:cNvSpPr>
          <p:nvPr>
            <p:ph type="sldNum" sz="quarter" idx="5"/>
          </p:nvPr>
        </p:nvSpPr>
        <p:spPr>
          <a:ln/>
        </p:spPr>
        <p:txBody>
          <a:bodyPr/>
          <a:lstStyle/>
          <a:p>
            <a:fld id="{0FA1571F-F0B7-44C4-ADAE-0A8DCF10813A}" type="slidenum">
              <a:rPr lang="en-US" altLang="en-US"/>
              <a:pPr/>
              <a:t>26</a:t>
            </a:fld>
            <a:endParaRPr lang="en-US" altLang="en-US"/>
          </a:p>
        </p:txBody>
      </p:sp>
      <p:sp>
        <p:nvSpPr>
          <p:cNvPr id="1081346" name="Rectangle 2">
            <a:extLst>
              <a:ext uri="{FF2B5EF4-FFF2-40B4-BE49-F238E27FC236}">
                <a16:creationId xmlns:a16="http://schemas.microsoft.com/office/drawing/2014/main" id="{16044B6F-1002-56A0-3C90-D32228E0899E}"/>
              </a:ext>
            </a:extLst>
          </p:cNvPr>
          <p:cNvSpPr>
            <a:spLocks noGrp="1" noRot="1" noChangeAspect="1" noChangeArrowheads="1" noTextEdit="1"/>
          </p:cNvSpPr>
          <p:nvPr>
            <p:ph type="sldImg"/>
          </p:nvPr>
        </p:nvSpPr>
        <p:spPr>
          <a:xfrm>
            <a:off x="414338" y="698500"/>
            <a:ext cx="6192837" cy="3484563"/>
          </a:xfrm>
          <a:ln/>
        </p:spPr>
      </p:sp>
      <p:sp>
        <p:nvSpPr>
          <p:cNvPr id="1081347" name="Rectangle 3">
            <a:extLst>
              <a:ext uri="{FF2B5EF4-FFF2-40B4-BE49-F238E27FC236}">
                <a16:creationId xmlns:a16="http://schemas.microsoft.com/office/drawing/2014/main" id="{098501A9-722B-1BA9-721C-1C3339777CE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ED81D0D-C7AE-77DB-8D7A-A59328386B73}"/>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AFF0152F-4719-D90A-326A-78CE2FB7220F}"/>
              </a:ext>
            </a:extLst>
          </p:cNvPr>
          <p:cNvSpPr>
            <a:spLocks noGrp="1" noChangeArrowheads="1"/>
          </p:cNvSpPr>
          <p:nvPr>
            <p:ph type="sldNum" sz="quarter" idx="5"/>
          </p:nvPr>
        </p:nvSpPr>
        <p:spPr>
          <a:ln/>
        </p:spPr>
        <p:txBody>
          <a:bodyPr/>
          <a:lstStyle/>
          <a:p>
            <a:fld id="{859DC9BF-BB00-415D-A3D0-E5773411AF2A}" type="slidenum">
              <a:rPr lang="en-US" altLang="en-US"/>
              <a:pPr/>
              <a:t>27</a:t>
            </a:fld>
            <a:endParaRPr lang="en-US" altLang="en-US"/>
          </a:p>
        </p:txBody>
      </p:sp>
      <p:sp>
        <p:nvSpPr>
          <p:cNvPr id="1155074" name="Rectangle 2">
            <a:extLst>
              <a:ext uri="{FF2B5EF4-FFF2-40B4-BE49-F238E27FC236}">
                <a16:creationId xmlns:a16="http://schemas.microsoft.com/office/drawing/2014/main" id="{711B0D01-03CD-2622-2957-3679D9853483}"/>
              </a:ext>
            </a:extLst>
          </p:cNvPr>
          <p:cNvSpPr>
            <a:spLocks noGrp="1" noRot="1" noChangeAspect="1" noChangeArrowheads="1" noTextEdit="1"/>
          </p:cNvSpPr>
          <p:nvPr>
            <p:ph type="sldImg"/>
          </p:nvPr>
        </p:nvSpPr>
        <p:spPr>
          <a:xfrm>
            <a:off x="414338" y="698500"/>
            <a:ext cx="6192837" cy="3484563"/>
          </a:xfrm>
          <a:ln/>
        </p:spPr>
      </p:sp>
      <p:sp>
        <p:nvSpPr>
          <p:cNvPr id="1155075" name="Rectangle 3">
            <a:extLst>
              <a:ext uri="{FF2B5EF4-FFF2-40B4-BE49-F238E27FC236}">
                <a16:creationId xmlns:a16="http://schemas.microsoft.com/office/drawing/2014/main" id="{81CC651C-6C34-071D-89DC-470DA229E7E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9F9A396-6B10-130B-AB0D-4D49AF479BF4}"/>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78167967-339F-B5FE-D749-4616AF86FDE1}"/>
              </a:ext>
            </a:extLst>
          </p:cNvPr>
          <p:cNvSpPr>
            <a:spLocks noGrp="1" noChangeArrowheads="1"/>
          </p:cNvSpPr>
          <p:nvPr>
            <p:ph type="sldNum" sz="quarter" idx="5"/>
          </p:nvPr>
        </p:nvSpPr>
        <p:spPr>
          <a:ln/>
        </p:spPr>
        <p:txBody>
          <a:bodyPr/>
          <a:lstStyle/>
          <a:p>
            <a:fld id="{AC1903F4-80BF-40A7-AE9D-7A0DCD381355}" type="slidenum">
              <a:rPr lang="en-US" altLang="en-US"/>
              <a:pPr/>
              <a:t>28</a:t>
            </a:fld>
            <a:endParaRPr lang="en-US" altLang="en-US"/>
          </a:p>
        </p:txBody>
      </p:sp>
      <p:sp>
        <p:nvSpPr>
          <p:cNvPr id="1157122" name="Rectangle 2">
            <a:extLst>
              <a:ext uri="{FF2B5EF4-FFF2-40B4-BE49-F238E27FC236}">
                <a16:creationId xmlns:a16="http://schemas.microsoft.com/office/drawing/2014/main" id="{7D6037D9-202B-1D1D-23E5-A954B65BEBC5}"/>
              </a:ext>
            </a:extLst>
          </p:cNvPr>
          <p:cNvSpPr>
            <a:spLocks noGrp="1" noRot="1" noChangeAspect="1" noChangeArrowheads="1" noTextEdit="1"/>
          </p:cNvSpPr>
          <p:nvPr>
            <p:ph type="sldImg"/>
          </p:nvPr>
        </p:nvSpPr>
        <p:spPr>
          <a:xfrm>
            <a:off x="414338" y="698500"/>
            <a:ext cx="6192837" cy="3484563"/>
          </a:xfrm>
          <a:ln/>
        </p:spPr>
      </p:sp>
      <p:sp>
        <p:nvSpPr>
          <p:cNvPr id="1157123" name="Rectangle 3">
            <a:extLst>
              <a:ext uri="{FF2B5EF4-FFF2-40B4-BE49-F238E27FC236}">
                <a16:creationId xmlns:a16="http://schemas.microsoft.com/office/drawing/2014/main" id="{C528093F-2DCD-3E2E-B7C1-3CD0D53EFBC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70D999F-2291-20B0-21DE-17BCEEBDF22F}"/>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EA2759CE-C3CD-E97A-BAB4-2929C44827BB}"/>
              </a:ext>
            </a:extLst>
          </p:cNvPr>
          <p:cNvSpPr>
            <a:spLocks noGrp="1" noChangeArrowheads="1"/>
          </p:cNvSpPr>
          <p:nvPr>
            <p:ph type="sldNum" sz="quarter" idx="5"/>
          </p:nvPr>
        </p:nvSpPr>
        <p:spPr>
          <a:ln/>
        </p:spPr>
        <p:txBody>
          <a:bodyPr/>
          <a:lstStyle/>
          <a:p>
            <a:fld id="{9DCCE995-F73F-46D8-9B61-99CFC45FEE46}" type="slidenum">
              <a:rPr lang="en-US" altLang="en-US"/>
              <a:pPr/>
              <a:t>29</a:t>
            </a:fld>
            <a:endParaRPr lang="en-US" altLang="en-US"/>
          </a:p>
        </p:txBody>
      </p:sp>
      <p:sp>
        <p:nvSpPr>
          <p:cNvPr id="1159170" name="Rectangle 2">
            <a:extLst>
              <a:ext uri="{FF2B5EF4-FFF2-40B4-BE49-F238E27FC236}">
                <a16:creationId xmlns:a16="http://schemas.microsoft.com/office/drawing/2014/main" id="{E68591CB-6B0E-6CB1-C1DC-6ECA3CE89FAF}"/>
              </a:ext>
            </a:extLst>
          </p:cNvPr>
          <p:cNvSpPr>
            <a:spLocks noGrp="1" noRot="1" noChangeAspect="1" noChangeArrowheads="1" noTextEdit="1"/>
          </p:cNvSpPr>
          <p:nvPr>
            <p:ph type="sldImg"/>
          </p:nvPr>
        </p:nvSpPr>
        <p:spPr>
          <a:xfrm>
            <a:off x="414338" y="698500"/>
            <a:ext cx="6192837" cy="3484563"/>
          </a:xfrm>
          <a:ln/>
        </p:spPr>
      </p:sp>
      <p:sp>
        <p:nvSpPr>
          <p:cNvPr id="1159171" name="Rectangle 3">
            <a:extLst>
              <a:ext uri="{FF2B5EF4-FFF2-40B4-BE49-F238E27FC236}">
                <a16:creationId xmlns:a16="http://schemas.microsoft.com/office/drawing/2014/main" id="{69040D99-B221-5CE5-00C0-62F541DBEDDD}"/>
              </a:ext>
            </a:extLst>
          </p:cNvPr>
          <p:cNvSpPr>
            <a:spLocks noGrp="1" noChangeArrowheads="1"/>
          </p:cNvSpPr>
          <p:nvPr>
            <p:ph type="body" idx="1"/>
          </p:nvPr>
        </p:nvSpPr>
        <p:spPr/>
        <p:txBody>
          <a:bodyPr/>
          <a:lstStyle/>
          <a:p>
            <a:r>
              <a:rPr lang="en-US" altLang="en-US" dirty="0"/>
              <a:t>Frozen functionality - COTS products come with fixed features that you cannot freely </a:t>
            </a:r>
            <a:r>
              <a:rPr lang="en-US" altLang="en-US" dirty="0" err="1"/>
              <a:t>change.If</a:t>
            </a:r>
            <a:r>
              <a:rPr lang="en-US" altLang="en-US" dirty="0"/>
              <a:t> your organization needs a new function or a modification, you depend on the vendor to add it.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en-US" sz="1100" b="0" dirty="0">
                <a:solidFill>
                  <a:srgbClr val="0000FF"/>
                </a:solidFill>
              </a:rPr>
              <a:t>Incompatibility of upgrades - When COTS vendors release new versions, the upgrade may conflict with: your existing customizations, your integrations, other systems you connect to</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en-US" sz="1100" b="0" dirty="0">
                <a:solidFill>
                  <a:srgbClr val="0000FF"/>
                </a:solidFill>
              </a:rPr>
              <a:t>Trojan horses - COTS components may include: hidden malicious code, unwanted features, security vulnerabilities. Because you don’t have access to the source code, you cannot fully inspect what is inside.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en-US" sz="1100" b="0" dirty="0">
                <a:solidFill>
                  <a:srgbClr val="0000FF"/>
                </a:solidFill>
              </a:rPr>
              <a:t>Unreliable COTS components - Some COTS products are not fully tested or contain bugs. Even established vendors may release unstable versions.</a:t>
            </a:r>
          </a:p>
          <a:p>
            <a:endParaRPr lang="en-US"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689AF22-E0AB-7FC4-1FD3-9B108FFDCD45}"/>
              </a:ext>
            </a:extLst>
          </p:cNvPr>
          <p:cNvSpPr>
            <a:spLocks noGrp="1" noChangeArrowheads="1"/>
          </p:cNvSpPr>
          <p:nvPr>
            <p:ph type="hdr" sz="quarter"/>
          </p:nvPr>
        </p:nvSpPr>
        <p:spPr>
          <a:ln/>
        </p:spPr>
        <p:txBody>
          <a:bodyPr/>
          <a:lstStyle/>
          <a:p>
            <a:r>
              <a:rPr lang="en-US" altLang="en-US"/>
              <a:t>Handouts</a:t>
            </a:r>
          </a:p>
        </p:txBody>
      </p:sp>
      <p:sp>
        <p:nvSpPr>
          <p:cNvPr id="3" name="Rectangle 5">
            <a:extLst>
              <a:ext uri="{FF2B5EF4-FFF2-40B4-BE49-F238E27FC236}">
                <a16:creationId xmlns:a16="http://schemas.microsoft.com/office/drawing/2014/main" id="{26009994-195E-D6CC-8DFA-8DF2848E4CF6}"/>
              </a:ext>
            </a:extLst>
          </p:cNvPr>
          <p:cNvSpPr>
            <a:spLocks noGrp="1" noChangeArrowheads="1"/>
          </p:cNvSpPr>
          <p:nvPr>
            <p:ph type="sldNum" sz="quarter" idx="5"/>
          </p:nvPr>
        </p:nvSpPr>
        <p:spPr>
          <a:ln/>
        </p:spPr>
        <p:txBody>
          <a:bodyPr/>
          <a:lstStyle/>
          <a:p>
            <a:fld id="{9094FB74-5016-4986-AE8C-D3445B684F35}" type="slidenum">
              <a:rPr lang="en-US" altLang="en-US"/>
              <a:pPr/>
              <a:t>30</a:t>
            </a:fld>
            <a:endParaRPr lang="en-US" altLang="en-US"/>
          </a:p>
        </p:txBody>
      </p:sp>
      <p:sp>
        <p:nvSpPr>
          <p:cNvPr id="1161218" name="Rectangle 2">
            <a:extLst>
              <a:ext uri="{FF2B5EF4-FFF2-40B4-BE49-F238E27FC236}">
                <a16:creationId xmlns:a16="http://schemas.microsoft.com/office/drawing/2014/main" id="{CDFDA0C8-BED6-8C21-8CCA-A39ACE28C13F}"/>
              </a:ext>
            </a:extLst>
          </p:cNvPr>
          <p:cNvSpPr>
            <a:spLocks noGrp="1" noRot="1" noChangeAspect="1" noChangeArrowheads="1" noTextEdit="1"/>
          </p:cNvSpPr>
          <p:nvPr>
            <p:ph type="sldImg"/>
          </p:nvPr>
        </p:nvSpPr>
        <p:spPr>
          <a:xfrm>
            <a:off x="414338" y="698500"/>
            <a:ext cx="6192837" cy="3484563"/>
          </a:xfrm>
          <a:ln/>
        </p:spPr>
      </p:sp>
      <p:sp>
        <p:nvSpPr>
          <p:cNvPr id="1161219" name="Rectangle 3">
            <a:extLst>
              <a:ext uri="{FF2B5EF4-FFF2-40B4-BE49-F238E27FC236}">
                <a16:creationId xmlns:a16="http://schemas.microsoft.com/office/drawing/2014/main" id="{3EC326AD-F783-1BB4-CAA6-B4857C5EAE4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518850" y="392550"/>
            <a:ext cx="8106300" cy="4358400"/>
            <a:chOff x="518850" y="392550"/>
            <a:chExt cx="8106300" cy="4358400"/>
          </a:xfrm>
        </p:grpSpPr>
        <p:grpSp>
          <p:nvGrpSpPr>
            <p:cNvPr id="10" name="Google Shape;10;p2"/>
            <p:cNvGrpSpPr/>
            <p:nvPr/>
          </p:nvGrpSpPr>
          <p:grpSpPr>
            <a:xfrm>
              <a:off x="518850" y="392550"/>
              <a:ext cx="8106300" cy="396000"/>
              <a:chOff x="518850" y="385283"/>
              <a:chExt cx="8106300" cy="396000"/>
            </a:xfrm>
          </p:grpSpPr>
          <p:cxnSp>
            <p:nvCxnSpPr>
              <p:cNvPr id="11" name="Google Shape;11;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 name="Google Shape;13;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 name="Google Shape;14;p2"/>
            <p:cNvGrpSpPr/>
            <p:nvPr/>
          </p:nvGrpSpPr>
          <p:grpSpPr>
            <a:xfrm rot="10800000">
              <a:off x="518850" y="4354950"/>
              <a:ext cx="8106300" cy="396000"/>
              <a:chOff x="518850" y="385283"/>
              <a:chExt cx="8106300" cy="396000"/>
            </a:xfrm>
          </p:grpSpPr>
          <p:cxnSp>
            <p:nvCxnSpPr>
              <p:cNvPr id="15" name="Google Shape;15;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6;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 name="Google Shape;17;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8" name="Google Shape;18;p2"/>
          <p:cNvSpPr txBox="1">
            <a:spLocks noGrp="1"/>
          </p:cNvSpPr>
          <p:nvPr>
            <p:ph type="ctrTitle"/>
          </p:nvPr>
        </p:nvSpPr>
        <p:spPr>
          <a:xfrm>
            <a:off x="713225" y="1252927"/>
            <a:ext cx="4370100" cy="2151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9" name="Google Shape;19;p2"/>
          <p:cNvSpPr txBox="1">
            <a:spLocks noGrp="1"/>
          </p:cNvSpPr>
          <p:nvPr>
            <p:ph type="subTitle" idx="1"/>
          </p:nvPr>
        </p:nvSpPr>
        <p:spPr>
          <a:xfrm>
            <a:off x="713225" y="3414773"/>
            <a:ext cx="4370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4130550" y="1678250"/>
            <a:ext cx="4300200" cy="8418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23" name="Google Shape;23;p3"/>
          <p:cNvGrpSpPr/>
          <p:nvPr/>
        </p:nvGrpSpPr>
        <p:grpSpPr>
          <a:xfrm>
            <a:off x="518850" y="392550"/>
            <a:ext cx="8106300" cy="4358400"/>
            <a:chOff x="518850" y="392550"/>
            <a:chExt cx="8106300" cy="4358400"/>
          </a:xfrm>
        </p:grpSpPr>
        <p:grpSp>
          <p:nvGrpSpPr>
            <p:cNvPr id="24" name="Google Shape;24;p3"/>
            <p:cNvGrpSpPr/>
            <p:nvPr/>
          </p:nvGrpSpPr>
          <p:grpSpPr>
            <a:xfrm>
              <a:off x="518850" y="392550"/>
              <a:ext cx="8106300" cy="396000"/>
              <a:chOff x="518850" y="385283"/>
              <a:chExt cx="8106300" cy="396000"/>
            </a:xfrm>
          </p:grpSpPr>
          <p:cxnSp>
            <p:nvCxnSpPr>
              <p:cNvPr id="25" name="Google Shape;25;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6" name="Google Shape;26;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7" name="Google Shape;27;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8" name="Google Shape;28;p3"/>
            <p:cNvGrpSpPr/>
            <p:nvPr/>
          </p:nvGrpSpPr>
          <p:grpSpPr>
            <a:xfrm rot="10800000">
              <a:off x="518850" y="4354950"/>
              <a:ext cx="8106300" cy="396000"/>
              <a:chOff x="518850" y="385283"/>
              <a:chExt cx="8106300" cy="396000"/>
            </a:xfrm>
          </p:grpSpPr>
          <p:cxnSp>
            <p:nvCxnSpPr>
              <p:cNvPr id="29" name="Google Shape;29;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0" name="Google Shape;30;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1" name="Google Shape;31;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p4"/>
          <p:cNvSpPr txBox="1">
            <a:spLocks noGrp="1"/>
          </p:cNvSpPr>
          <p:nvPr>
            <p:ph type="body" idx="1"/>
          </p:nvPr>
        </p:nvSpPr>
        <p:spPr>
          <a:xfrm>
            <a:off x="720000" y="1215750"/>
            <a:ext cx="7710900" cy="399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34" name="Google Shape;34;p4"/>
          <p:cNvGrpSpPr/>
          <p:nvPr/>
        </p:nvGrpSpPr>
        <p:grpSpPr>
          <a:xfrm>
            <a:off x="518850" y="392550"/>
            <a:ext cx="8106300" cy="4358400"/>
            <a:chOff x="518850" y="392550"/>
            <a:chExt cx="8106300" cy="4358400"/>
          </a:xfrm>
        </p:grpSpPr>
        <p:grpSp>
          <p:nvGrpSpPr>
            <p:cNvPr id="35" name="Google Shape;35;p4"/>
            <p:cNvGrpSpPr/>
            <p:nvPr/>
          </p:nvGrpSpPr>
          <p:grpSpPr>
            <a:xfrm>
              <a:off x="518850" y="392550"/>
              <a:ext cx="8106300" cy="396000"/>
              <a:chOff x="518850" y="385283"/>
              <a:chExt cx="8106300" cy="396000"/>
            </a:xfrm>
          </p:grpSpPr>
          <p:cxnSp>
            <p:nvCxnSpPr>
              <p:cNvPr id="36" name="Google Shape;36;p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7" name="Google Shape;37;p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8" name="Google Shape;38;p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39" name="Google Shape;39;p4"/>
            <p:cNvGrpSpPr/>
            <p:nvPr/>
          </p:nvGrpSpPr>
          <p:grpSpPr>
            <a:xfrm rot="10800000">
              <a:off x="518850" y="4354950"/>
              <a:ext cx="8106300" cy="396000"/>
              <a:chOff x="518850" y="385283"/>
              <a:chExt cx="8106300" cy="396000"/>
            </a:xfrm>
          </p:grpSpPr>
          <p:cxnSp>
            <p:nvCxnSpPr>
              <p:cNvPr id="40" name="Google Shape;40;p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41" name="Google Shape;41;p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42" name="Google Shape;42;p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43" name="Google Shape;43;p4"/>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reserve="1">
  <p:cSld name="1_Title and body">
    <p:spTree>
      <p:nvGrpSpPr>
        <p:cNvPr id="1" name="Shape 32"/>
        <p:cNvGrpSpPr/>
        <p:nvPr/>
      </p:nvGrpSpPr>
      <p:grpSpPr>
        <a:xfrm>
          <a:off x="0" y="0"/>
          <a:ext cx="0" cy="0"/>
          <a:chOff x="0" y="0"/>
          <a:chExt cx="0" cy="0"/>
        </a:xfrm>
      </p:grpSpPr>
      <p:sp>
        <p:nvSpPr>
          <p:cNvPr id="33" name="Google Shape;33;p4"/>
          <p:cNvSpPr txBox="1">
            <a:spLocks noGrp="1"/>
          </p:cNvSpPr>
          <p:nvPr>
            <p:ph type="body" idx="1"/>
          </p:nvPr>
        </p:nvSpPr>
        <p:spPr>
          <a:xfrm>
            <a:off x="720000" y="917580"/>
            <a:ext cx="7710900" cy="399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34" name="Google Shape;34;p4"/>
          <p:cNvGrpSpPr/>
          <p:nvPr/>
        </p:nvGrpSpPr>
        <p:grpSpPr>
          <a:xfrm>
            <a:off x="518850" y="238818"/>
            <a:ext cx="8106300" cy="4712246"/>
            <a:chOff x="518850" y="238818"/>
            <a:chExt cx="8106300" cy="4712246"/>
          </a:xfrm>
        </p:grpSpPr>
        <p:cxnSp>
          <p:nvCxnSpPr>
            <p:cNvPr id="36" name="Google Shape;36;p4"/>
            <p:cNvCxnSpPr/>
            <p:nvPr/>
          </p:nvCxnSpPr>
          <p:spPr>
            <a:xfrm>
              <a:off x="518850" y="238818"/>
              <a:ext cx="8106300" cy="0"/>
            </a:xfrm>
            <a:prstGeom prst="straightConnector1">
              <a:avLst/>
            </a:prstGeom>
            <a:noFill/>
            <a:ln w="9525" cap="flat" cmpd="sng">
              <a:solidFill>
                <a:schemeClr val="dk1"/>
              </a:solidFill>
              <a:prstDash val="solid"/>
              <a:round/>
              <a:headEnd type="oval" w="med" len="med"/>
              <a:tailEnd type="oval" w="med" len="med"/>
            </a:ln>
          </p:spPr>
        </p:cxnSp>
        <p:cxnSp>
          <p:nvCxnSpPr>
            <p:cNvPr id="40" name="Google Shape;40;p4"/>
            <p:cNvCxnSpPr/>
            <p:nvPr/>
          </p:nvCxnSpPr>
          <p:spPr>
            <a:xfrm rot="10800000">
              <a:off x="518850" y="4951064"/>
              <a:ext cx="8106300" cy="0"/>
            </a:xfrm>
            <a:prstGeom prst="straightConnector1">
              <a:avLst/>
            </a:prstGeom>
            <a:noFill/>
            <a:ln w="9525" cap="flat" cmpd="sng">
              <a:solidFill>
                <a:schemeClr val="dk1"/>
              </a:solidFill>
              <a:prstDash val="solid"/>
              <a:round/>
              <a:headEnd type="oval" w="med" len="med"/>
              <a:tailEnd type="oval" w="med" len="med"/>
            </a:ln>
          </p:spPr>
        </p:cxnSp>
      </p:grpSp>
      <p:sp>
        <p:nvSpPr>
          <p:cNvPr id="43" name="Google Shape;43;p4"/>
          <p:cNvSpPr txBox="1">
            <a:spLocks noGrp="1"/>
          </p:cNvSpPr>
          <p:nvPr>
            <p:ph type="title"/>
          </p:nvPr>
        </p:nvSpPr>
        <p:spPr>
          <a:xfrm>
            <a:off x="720000" y="24350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Tree>
    <p:extLst>
      <p:ext uri="{BB962C8B-B14F-4D97-AF65-F5344CB8AC3E}">
        <p14:creationId xmlns:p14="http://schemas.microsoft.com/office/powerpoint/2010/main" val="518240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reserve="1">
  <p:cSld name="1_Title and body">
    <p:spTree>
      <p:nvGrpSpPr>
        <p:cNvPr id="1" name="Shape 32"/>
        <p:cNvGrpSpPr/>
        <p:nvPr/>
      </p:nvGrpSpPr>
      <p:grpSpPr>
        <a:xfrm>
          <a:off x="0" y="0"/>
          <a:ext cx="0" cy="0"/>
          <a:chOff x="0" y="0"/>
          <a:chExt cx="0" cy="0"/>
        </a:xfrm>
      </p:grpSpPr>
      <p:sp>
        <p:nvSpPr>
          <p:cNvPr id="33" name="Google Shape;33;p4"/>
          <p:cNvSpPr txBox="1">
            <a:spLocks noGrp="1"/>
          </p:cNvSpPr>
          <p:nvPr>
            <p:ph type="body" idx="1"/>
          </p:nvPr>
        </p:nvSpPr>
        <p:spPr>
          <a:xfrm>
            <a:off x="720000" y="917580"/>
            <a:ext cx="7710900" cy="399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43" name="Google Shape;43;p4"/>
          <p:cNvSpPr txBox="1">
            <a:spLocks noGrp="1"/>
          </p:cNvSpPr>
          <p:nvPr>
            <p:ph type="title"/>
          </p:nvPr>
        </p:nvSpPr>
        <p:spPr>
          <a:xfrm>
            <a:off x="720000" y="24350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Tree>
    <p:extLst>
      <p:ext uri="{BB962C8B-B14F-4D97-AF65-F5344CB8AC3E}">
        <p14:creationId xmlns:p14="http://schemas.microsoft.com/office/powerpoint/2010/main" val="1390996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5ECFF-23E5-7578-F897-CFB6B89F8348}"/>
              </a:ext>
            </a:extLst>
          </p:cNvPr>
          <p:cNvSpPr>
            <a:spLocks noGrp="1"/>
          </p:cNvSpPr>
          <p:nvPr>
            <p:ph type="title"/>
          </p:nvPr>
        </p:nvSpPr>
        <p:spPr/>
        <p:txBody>
          <a:bodyPr/>
          <a:lstStyle/>
          <a:p>
            <a:r>
              <a:rPr lang="en-US"/>
              <a:t>Click to edit Master title style</a:t>
            </a:r>
            <a:endParaRPr lang="en-MY"/>
          </a:p>
        </p:txBody>
      </p:sp>
    </p:spTree>
    <p:extLst>
      <p:ext uri="{BB962C8B-B14F-4D97-AF65-F5344CB8AC3E}">
        <p14:creationId xmlns:p14="http://schemas.microsoft.com/office/powerpoint/2010/main" val="1242683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preserve="1" userDrawn="1">
  <p:cSld name="1_Title and body">
    <p:spTree>
      <p:nvGrpSpPr>
        <p:cNvPr id="1" name="Shape 32"/>
        <p:cNvGrpSpPr/>
        <p:nvPr/>
      </p:nvGrpSpPr>
      <p:grpSpPr>
        <a:xfrm>
          <a:off x="0" y="0"/>
          <a:ext cx="0" cy="0"/>
          <a:chOff x="0" y="0"/>
          <a:chExt cx="0" cy="0"/>
        </a:xfrm>
      </p:grpSpPr>
      <p:grpSp>
        <p:nvGrpSpPr>
          <p:cNvPr id="34" name="Google Shape;34;p4"/>
          <p:cNvGrpSpPr/>
          <p:nvPr/>
        </p:nvGrpSpPr>
        <p:grpSpPr>
          <a:xfrm>
            <a:off x="518850" y="392550"/>
            <a:ext cx="8106300" cy="4358400"/>
            <a:chOff x="518850" y="392550"/>
            <a:chExt cx="8106300" cy="4358400"/>
          </a:xfrm>
        </p:grpSpPr>
        <p:grpSp>
          <p:nvGrpSpPr>
            <p:cNvPr id="35" name="Google Shape;35;p4"/>
            <p:cNvGrpSpPr/>
            <p:nvPr/>
          </p:nvGrpSpPr>
          <p:grpSpPr>
            <a:xfrm>
              <a:off x="518850" y="392550"/>
              <a:ext cx="8106300" cy="396000"/>
              <a:chOff x="518850" y="385283"/>
              <a:chExt cx="8106300" cy="396000"/>
            </a:xfrm>
          </p:grpSpPr>
          <p:cxnSp>
            <p:nvCxnSpPr>
              <p:cNvPr id="36" name="Google Shape;36;p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7" name="Google Shape;37;p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8" name="Google Shape;38;p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39" name="Google Shape;39;p4"/>
            <p:cNvGrpSpPr/>
            <p:nvPr/>
          </p:nvGrpSpPr>
          <p:grpSpPr>
            <a:xfrm rot="10800000">
              <a:off x="518850" y="4354950"/>
              <a:ext cx="8106300" cy="396000"/>
              <a:chOff x="518850" y="385283"/>
              <a:chExt cx="8106300" cy="396000"/>
            </a:xfrm>
          </p:grpSpPr>
          <p:cxnSp>
            <p:nvCxnSpPr>
              <p:cNvPr id="40" name="Google Shape;40;p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41" name="Google Shape;41;p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42" name="Google Shape;42;p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43" name="Google Shape;43;p4"/>
          <p:cNvSpPr txBox="1">
            <a:spLocks noGrp="1"/>
          </p:cNvSpPr>
          <p:nvPr>
            <p:ph type="title"/>
          </p:nvPr>
        </p:nvSpPr>
        <p:spPr>
          <a:xfrm>
            <a:off x="719825" y="502200"/>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
        <p:nvSpPr>
          <p:cNvPr id="2" name="Google Shape;7;p1">
            <a:extLst>
              <a:ext uri="{FF2B5EF4-FFF2-40B4-BE49-F238E27FC236}">
                <a16:creationId xmlns:a16="http://schemas.microsoft.com/office/drawing/2014/main" id="{9CB975C2-9448-75EE-86E5-79D0E2C4E7ED}"/>
              </a:ext>
            </a:extLst>
          </p:cNvPr>
          <p:cNvSpPr txBox="1">
            <a:spLocks noGrp="1"/>
          </p:cNvSpPr>
          <p:nvPr>
            <p:ph idx="1"/>
          </p:nvPr>
        </p:nvSpPr>
        <p:spPr>
          <a:xfrm>
            <a:off x="713225" y="1179257"/>
            <a:ext cx="7717500" cy="3389618"/>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extLst>
      <p:ext uri="{BB962C8B-B14F-4D97-AF65-F5344CB8AC3E}">
        <p14:creationId xmlns:p14="http://schemas.microsoft.com/office/powerpoint/2010/main" val="478214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85" name="Google Shape;85;p8"/>
          <p:cNvGrpSpPr/>
          <p:nvPr/>
        </p:nvGrpSpPr>
        <p:grpSpPr>
          <a:xfrm>
            <a:off x="518850" y="392550"/>
            <a:ext cx="8106300" cy="4358400"/>
            <a:chOff x="518850" y="392550"/>
            <a:chExt cx="8106300" cy="4358400"/>
          </a:xfrm>
        </p:grpSpPr>
        <p:grpSp>
          <p:nvGrpSpPr>
            <p:cNvPr id="86" name="Google Shape;86;p8"/>
            <p:cNvGrpSpPr/>
            <p:nvPr/>
          </p:nvGrpSpPr>
          <p:grpSpPr>
            <a:xfrm>
              <a:off x="518850" y="392550"/>
              <a:ext cx="8106300" cy="396000"/>
              <a:chOff x="518850" y="385283"/>
              <a:chExt cx="8106300" cy="396000"/>
            </a:xfrm>
          </p:grpSpPr>
          <p:cxnSp>
            <p:nvCxnSpPr>
              <p:cNvPr id="87" name="Google Shape;87;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8" name="Google Shape;88;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9" name="Google Shape;89;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90" name="Google Shape;90;p8"/>
            <p:cNvGrpSpPr/>
            <p:nvPr/>
          </p:nvGrpSpPr>
          <p:grpSpPr>
            <a:xfrm rot="10800000">
              <a:off x="518850" y="4354950"/>
              <a:ext cx="8106300" cy="396000"/>
              <a:chOff x="518850" y="385283"/>
              <a:chExt cx="8106300" cy="396000"/>
            </a:xfrm>
          </p:grpSpPr>
          <p:cxnSp>
            <p:nvCxnSpPr>
              <p:cNvPr id="91" name="Google Shape;91;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92" name="Google Shape;92;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93" name="Google Shape;93;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4"/>
        <p:cNvGrpSpPr/>
        <p:nvPr/>
      </p:nvGrpSpPr>
      <p:grpSpPr>
        <a:xfrm>
          <a:off x="0" y="0"/>
          <a:ext cx="0" cy="0"/>
          <a:chOff x="0" y="0"/>
          <a:chExt cx="0" cy="0"/>
        </a:xfrm>
      </p:grpSpPr>
      <p:sp>
        <p:nvSpPr>
          <p:cNvPr id="95" name="Google Shape;95;p9"/>
          <p:cNvSpPr txBox="1">
            <a:spLocks noGrp="1"/>
          </p:cNvSpPr>
          <p:nvPr>
            <p:ph type="title"/>
          </p:nvPr>
        </p:nvSpPr>
        <p:spPr>
          <a:xfrm>
            <a:off x="2135550" y="1222639"/>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96" name="Google Shape;96;p9"/>
          <p:cNvSpPr txBox="1">
            <a:spLocks noGrp="1"/>
          </p:cNvSpPr>
          <p:nvPr>
            <p:ph type="subTitle" idx="1"/>
          </p:nvPr>
        </p:nvSpPr>
        <p:spPr>
          <a:xfrm>
            <a:off x="2135550" y="3339439"/>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97" name="Google Shape;97;p9"/>
          <p:cNvGrpSpPr/>
          <p:nvPr/>
        </p:nvGrpSpPr>
        <p:grpSpPr>
          <a:xfrm>
            <a:off x="518850" y="392550"/>
            <a:ext cx="8106300" cy="43584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0" name="Google Shape;100;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1" name="Google Shape;101;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5" name="Google Shape;105;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6"/>
        <p:cNvGrpSpPr/>
        <p:nvPr/>
      </p:nvGrpSpPr>
      <p:grpSpPr>
        <a:xfrm>
          <a:off x="0" y="0"/>
          <a:ext cx="0" cy="0"/>
          <a:chOff x="0" y="0"/>
          <a:chExt cx="0" cy="0"/>
        </a:xfrm>
      </p:grpSpPr>
      <p:sp>
        <p:nvSpPr>
          <p:cNvPr id="107" name="Google Shape;107;p10"/>
          <p:cNvSpPr>
            <a:spLocks noGrp="1"/>
          </p:cNvSpPr>
          <p:nvPr>
            <p:ph type="pic" idx="2"/>
          </p:nvPr>
        </p:nvSpPr>
        <p:spPr>
          <a:xfrm>
            <a:off x="0" y="0"/>
            <a:ext cx="9144000" cy="5143500"/>
          </a:xfrm>
          <a:prstGeom prst="rect">
            <a:avLst/>
          </a:prstGeom>
          <a:noFill/>
          <a:ln>
            <a:noFill/>
          </a:ln>
        </p:spPr>
      </p:sp>
      <p:sp>
        <p:nvSpPr>
          <p:cNvPr id="108" name="Google Shape;108;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9"/>
        <p:cNvGrpSpPr/>
        <p:nvPr/>
      </p:nvGrpSpPr>
      <p:grpSpPr>
        <a:xfrm>
          <a:off x="0" y="0"/>
          <a:ext cx="0" cy="0"/>
          <a:chOff x="0" y="0"/>
          <a:chExt cx="0" cy="0"/>
        </a:xfrm>
      </p:grpSpPr>
      <p:grpSp>
        <p:nvGrpSpPr>
          <p:cNvPr id="230" name="Google Shape;230;p19"/>
          <p:cNvGrpSpPr/>
          <p:nvPr/>
        </p:nvGrpSpPr>
        <p:grpSpPr>
          <a:xfrm>
            <a:off x="518850" y="392550"/>
            <a:ext cx="8106300" cy="43584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4" name="Google Shape;234;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8" name="Google Shape;238;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239" name="Google Shape;239;p19"/>
          <p:cNvGrpSpPr/>
          <p:nvPr/>
        </p:nvGrpSpPr>
        <p:grpSpPr>
          <a:xfrm>
            <a:off x="518845" y="755087"/>
            <a:ext cx="3381109" cy="3633336"/>
            <a:chOff x="1742895" y="795775"/>
            <a:chExt cx="3381109" cy="3633336"/>
          </a:xfrm>
        </p:grpSpPr>
        <p:sp>
          <p:nvSpPr>
            <p:cNvPr id="240" name="Google Shape;240;p19"/>
            <p:cNvSpPr/>
            <p:nvPr/>
          </p:nvSpPr>
          <p:spPr>
            <a:xfrm>
              <a:off x="1913656" y="3200832"/>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9"/>
            <p:cNvSpPr/>
            <p:nvPr/>
          </p:nvSpPr>
          <p:spPr>
            <a:xfrm>
              <a:off x="1910411" y="3196997"/>
              <a:ext cx="46022" cy="46081"/>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9"/>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9"/>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9"/>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9"/>
              <p:cNvSpPr/>
              <p:nvPr/>
            </p:nvSpPr>
            <p:spPr>
              <a:xfrm>
                <a:off x="7101050" y="2622025"/>
                <a:ext cx="349775" cy="229850"/>
              </a:xfrm>
              <a:custGeom>
                <a:avLst/>
                <a:gdLst/>
                <a:ahLst/>
                <a:cxnLst/>
                <a:rect l="l" t="t" r="r" b="b"/>
                <a:pathLst>
                  <a:path w="13991" h="9194" extrusionOk="0">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9"/>
              <p:cNvSpPr/>
              <p:nvPr/>
            </p:nvSpPr>
            <p:spPr>
              <a:xfrm>
                <a:off x="7448000" y="2694150"/>
                <a:ext cx="2825" cy="76100"/>
              </a:xfrm>
              <a:custGeom>
                <a:avLst/>
                <a:gdLst/>
                <a:ahLst/>
                <a:cxnLst/>
                <a:rect l="l" t="t" r="r" b="b"/>
                <a:pathLst>
                  <a:path w="113" h="3044" extrusionOk="0">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9"/>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9"/>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9"/>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9"/>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9"/>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9"/>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9"/>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9"/>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9"/>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9"/>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9"/>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9"/>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9"/>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9"/>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9"/>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9"/>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9"/>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9"/>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9"/>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9"/>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9"/>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9"/>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9"/>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9"/>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9"/>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9"/>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9"/>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9"/>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9"/>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9"/>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9"/>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9"/>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9"/>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9"/>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9"/>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9"/>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9"/>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9"/>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9"/>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9"/>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9"/>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9"/>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9"/>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9"/>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9"/>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9"/>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9"/>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9"/>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9"/>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9"/>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9"/>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9"/>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9"/>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9"/>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9"/>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9"/>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9"/>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9"/>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9"/>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9"/>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9"/>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9"/>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9"/>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9"/>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9"/>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9"/>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9"/>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9"/>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9"/>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9"/>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9"/>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9"/>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9"/>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9"/>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9"/>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9"/>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9"/>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9"/>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9"/>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9"/>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9"/>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9"/>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9"/>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9"/>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9"/>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9"/>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9"/>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9"/>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9"/>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8" name="Google Shape;368;p19"/>
            <p:cNvSpPr/>
            <p:nvPr/>
          </p:nvSpPr>
          <p:spPr>
            <a:xfrm>
              <a:off x="1925692" y="2196479"/>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avLst/>
                <a:gdLst/>
                <a:ahLst/>
                <a:cxnLst/>
                <a:rect l="l" t="t" r="r" b="b"/>
                <a:pathLst>
                  <a:path w="3823" h="493" extrusionOk="0">
                    <a:moveTo>
                      <a:pt x="1" y="1"/>
                    </a:moveTo>
                    <a:lnTo>
                      <a:pt x="1" y="492"/>
                    </a:lnTo>
                    <a:lnTo>
                      <a:pt x="3823" y="492"/>
                    </a:lnTo>
                    <a:lnTo>
                      <a:pt x="38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9"/>
              <p:cNvSpPr/>
              <p:nvPr/>
            </p:nvSpPr>
            <p:spPr>
              <a:xfrm>
                <a:off x="7872920" y="2634468"/>
                <a:ext cx="314120" cy="48106"/>
              </a:xfrm>
              <a:custGeom>
                <a:avLst/>
                <a:gdLst/>
                <a:ahLst/>
                <a:cxnLst/>
                <a:rect l="l" t="t" r="r" b="b"/>
                <a:pathLst>
                  <a:path w="3944" h="604" extrusionOk="0">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7878097" y="2725342"/>
                <a:ext cx="174423" cy="25247"/>
              </a:xfrm>
              <a:custGeom>
                <a:avLst/>
                <a:gdLst/>
                <a:ahLst/>
                <a:cxnLst/>
                <a:rect l="l" t="t" r="r" b="b"/>
                <a:pathLst>
                  <a:path w="2190" h="317" extrusionOk="0">
                    <a:moveTo>
                      <a:pt x="1" y="1"/>
                    </a:moveTo>
                    <a:lnTo>
                      <a:pt x="1" y="316"/>
                    </a:lnTo>
                    <a:lnTo>
                      <a:pt x="2190" y="316"/>
                    </a:lnTo>
                    <a:lnTo>
                      <a:pt x="21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7872920" y="2720165"/>
                <a:ext cx="184060" cy="34805"/>
              </a:xfrm>
              <a:custGeom>
                <a:avLst/>
                <a:gdLst/>
                <a:ahLst/>
                <a:cxnLst/>
                <a:rect l="l" t="t" r="r" b="b"/>
                <a:pathLst>
                  <a:path w="2311" h="437" extrusionOk="0">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7878097" y="2797818"/>
                <a:ext cx="174423" cy="25168"/>
              </a:xfrm>
              <a:custGeom>
                <a:avLst/>
                <a:gdLst/>
                <a:ahLst/>
                <a:cxnLst/>
                <a:rect l="l" t="t" r="r" b="b"/>
                <a:pathLst>
                  <a:path w="2190" h="316" extrusionOk="0">
                    <a:moveTo>
                      <a:pt x="1" y="0"/>
                    </a:moveTo>
                    <a:lnTo>
                      <a:pt x="1" y="315"/>
                    </a:lnTo>
                    <a:lnTo>
                      <a:pt x="2190" y="315"/>
                    </a:lnTo>
                    <a:lnTo>
                      <a:pt x="21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7872920" y="2793358"/>
                <a:ext cx="184060" cy="34805"/>
              </a:xfrm>
              <a:custGeom>
                <a:avLst/>
                <a:gdLst/>
                <a:ahLst/>
                <a:cxnLst/>
                <a:rect l="l" t="t" r="r" b="b"/>
                <a:pathLst>
                  <a:path w="2311" h="437" extrusionOk="0">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6985603" y="2857631"/>
                <a:ext cx="295563" cy="127910"/>
              </a:xfrm>
              <a:custGeom>
                <a:avLst/>
                <a:gdLst/>
                <a:ahLst/>
                <a:cxnLst/>
                <a:rect l="l" t="t" r="r" b="b"/>
                <a:pathLst>
                  <a:path w="3711" h="1606" extrusionOk="0">
                    <a:moveTo>
                      <a:pt x="3711" y="0"/>
                    </a:moveTo>
                    <a:lnTo>
                      <a:pt x="0" y="1605"/>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6980426" y="2853330"/>
                <a:ext cx="305916" cy="136591"/>
              </a:xfrm>
              <a:custGeom>
                <a:avLst/>
                <a:gdLst/>
                <a:ahLst/>
                <a:cxnLst/>
                <a:rect l="l" t="t" r="r" b="b"/>
                <a:pathLst>
                  <a:path w="3841" h="1715" extrusionOk="0">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6951595" y="2965470"/>
                <a:ext cx="48822" cy="48106"/>
              </a:xfrm>
              <a:custGeom>
                <a:avLst/>
                <a:gdLst/>
                <a:ahLst/>
                <a:cxnLst/>
                <a:rect l="l" t="t" r="r" b="b"/>
                <a:pathLst>
                  <a:path w="613" h="604" extrusionOk="0">
                    <a:moveTo>
                      <a:pt x="168" y="1"/>
                    </a:moveTo>
                    <a:lnTo>
                      <a:pt x="1" y="446"/>
                    </a:lnTo>
                    <a:lnTo>
                      <a:pt x="446" y="604"/>
                    </a:lnTo>
                    <a:lnTo>
                      <a:pt x="613" y="159"/>
                    </a:lnTo>
                    <a:lnTo>
                      <a:pt x="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9"/>
              <p:cNvSpPr/>
              <p:nvPr/>
            </p:nvSpPr>
            <p:spPr>
              <a:xfrm>
                <a:off x="6947135" y="2961487"/>
                <a:ext cx="57743" cy="57265"/>
              </a:xfrm>
              <a:custGeom>
                <a:avLst/>
                <a:gdLst/>
                <a:ahLst/>
                <a:cxnLst/>
                <a:rect l="l" t="t" r="r" b="b"/>
                <a:pathLst>
                  <a:path w="725" h="719" extrusionOk="0">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9"/>
              <p:cNvSpPr/>
              <p:nvPr/>
            </p:nvSpPr>
            <p:spPr>
              <a:xfrm>
                <a:off x="7264836" y="2488002"/>
                <a:ext cx="591922" cy="551701"/>
              </a:xfrm>
              <a:custGeom>
                <a:avLst/>
                <a:gdLst/>
                <a:ahLst/>
                <a:cxnLst/>
                <a:rect l="l" t="t" r="r" b="b"/>
                <a:pathLst>
                  <a:path w="7432" h="6927" extrusionOk="0">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9"/>
              <p:cNvSpPr/>
              <p:nvPr/>
            </p:nvSpPr>
            <p:spPr>
              <a:xfrm>
                <a:off x="7259659" y="2483223"/>
                <a:ext cx="589692" cy="561418"/>
              </a:xfrm>
              <a:custGeom>
                <a:avLst/>
                <a:gdLst/>
                <a:ahLst/>
                <a:cxnLst/>
                <a:rect l="l" t="t" r="r" b="b"/>
                <a:pathLst>
                  <a:path w="7404" h="7049" extrusionOk="0">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9"/>
              <p:cNvSpPr/>
              <p:nvPr/>
            </p:nvSpPr>
            <p:spPr>
              <a:xfrm>
                <a:off x="7219757" y="2465303"/>
                <a:ext cx="627364" cy="552019"/>
              </a:xfrm>
              <a:custGeom>
                <a:avLst/>
                <a:gdLst/>
                <a:ahLst/>
                <a:cxnLst/>
                <a:rect l="l" t="t" r="r" b="b"/>
                <a:pathLst>
                  <a:path w="7877" h="6931" extrusionOk="0">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9"/>
              <p:cNvSpPr/>
              <p:nvPr/>
            </p:nvSpPr>
            <p:spPr>
              <a:xfrm>
                <a:off x="7232341" y="2460525"/>
                <a:ext cx="601479" cy="561179"/>
              </a:xfrm>
              <a:custGeom>
                <a:avLst/>
                <a:gdLst/>
                <a:ahLst/>
                <a:cxnLst/>
                <a:rect l="l" t="t" r="r" b="b"/>
                <a:pathLst>
                  <a:path w="7552" h="7046" extrusionOk="0">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9"/>
              <p:cNvSpPr/>
              <p:nvPr/>
            </p:nvSpPr>
            <p:spPr>
              <a:xfrm>
                <a:off x="7615828" y="2510541"/>
                <a:ext cx="134520" cy="135158"/>
              </a:xfrm>
              <a:custGeom>
                <a:avLst/>
                <a:gdLst/>
                <a:ahLst/>
                <a:cxnLst/>
                <a:rect l="l" t="t" r="r" b="b"/>
                <a:pathLst>
                  <a:path w="1689" h="1697" extrusionOk="0">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9"/>
              <p:cNvSpPr/>
              <p:nvPr/>
            </p:nvSpPr>
            <p:spPr>
              <a:xfrm>
                <a:off x="7397842" y="2601973"/>
                <a:ext cx="261634" cy="300102"/>
              </a:xfrm>
              <a:custGeom>
                <a:avLst/>
                <a:gdLst/>
                <a:ahLst/>
                <a:cxnLst/>
                <a:rect l="l" t="t" r="r" b="b"/>
                <a:pathLst>
                  <a:path w="3285" h="3768" extrusionOk="0">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9"/>
              <p:cNvSpPr/>
              <p:nvPr/>
            </p:nvSpPr>
            <p:spPr>
              <a:xfrm>
                <a:off x="7393461" y="2597592"/>
                <a:ext cx="271191" cy="308863"/>
              </a:xfrm>
              <a:custGeom>
                <a:avLst/>
                <a:gdLst/>
                <a:ahLst/>
                <a:cxnLst/>
                <a:rect l="l" t="t" r="r" b="b"/>
                <a:pathLst>
                  <a:path w="3405" h="3878" extrusionOk="0">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9"/>
              <p:cNvSpPr/>
              <p:nvPr/>
            </p:nvSpPr>
            <p:spPr>
              <a:xfrm>
                <a:off x="7448814" y="2585725"/>
                <a:ext cx="159688" cy="31858"/>
              </a:xfrm>
              <a:custGeom>
                <a:avLst/>
                <a:gdLst/>
                <a:ahLst/>
                <a:cxnLst/>
                <a:rect l="l" t="t" r="r" b="b"/>
                <a:pathLst>
                  <a:path w="2005" h="400" extrusionOk="0">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9"/>
              <p:cNvSpPr/>
              <p:nvPr/>
            </p:nvSpPr>
            <p:spPr>
              <a:xfrm>
                <a:off x="7443637" y="2580549"/>
                <a:ext cx="169325" cy="41495"/>
              </a:xfrm>
              <a:custGeom>
                <a:avLst/>
                <a:gdLst/>
                <a:ahLst/>
                <a:cxnLst/>
                <a:rect l="l" t="t" r="r" b="b"/>
                <a:pathLst>
                  <a:path w="2126" h="521" extrusionOk="0">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9"/>
              <p:cNvSpPr/>
              <p:nvPr/>
            </p:nvSpPr>
            <p:spPr>
              <a:xfrm>
                <a:off x="7500583" y="2556894"/>
                <a:ext cx="55433" cy="55513"/>
              </a:xfrm>
              <a:custGeom>
                <a:avLst/>
                <a:gdLst/>
                <a:ahLst/>
                <a:cxnLst/>
                <a:rect l="l" t="t" r="r" b="b"/>
                <a:pathLst>
                  <a:path w="696" h="697" extrusionOk="0">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9"/>
              <p:cNvSpPr/>
              <p:nvPr/>
            </p:nvSpPr>
            <p:spPr>
              <a:xfrm>
                <a:off x="7496123" y="2552514"/>
                <a:ext cx="65070" cy="65070"/>
              </a:xfrm>
              <a:custGeom>
                <a:avLst/>
                <a:gdLst/>
                <a:ahLst/>
                <a:cxnLst/>
                <a:rect l="l" t="t" r="r" b="b"/>
                <a:pathLst>
                  <a:path w="817" h="817" extrusionOk="0">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a:off x="7516830" y="2570195"/>
                <a:ext cx="22938" cy="22301"/>
              </a:xfrm>
              <a:custGeom>
                <a:avLst/>
                <a:gdLst/>
                <a:ahLst/>
                <a:cxnLst/>
                <a:rect l="l" t="t" r="r" b="b"/>
                <a:pathLst>
                  <a:path w="288" h="280" extrusionOk="0">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9"/>
              <p:cNvSpPr/>
              <p:nvPr/>
            </p:nvSpPr>
            <p:spPr>
              <a:xfrm>
                <a:off x="7512370" y="2565018"/>
                <a:ext cx="31858" cy="31858"/>
              </a:xfrm>
              <a:custGeom>
                <a:avLst/>
                <a:gdLst/>
                <a:ahLst/>
                <a:cxnLst/>
                <a:rect l="l" t="t" r="r" b="b"/>
                <a:pathLst>
                  <a:path w="400" h="400" extrusionOk="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9"/>
              <p:cNvSpPr/>
              <p:nvPr/>
            </p:nvSpPr>
            <p:spPr>
              <a:xfrm>
                <a:off x="7442204" y="2676600"/>
                <a:ext cx="178086" cy="9717"/>
              </a:xfrm>
              <a:custGeom>
                <a:avLst/>
                <a:gdLst/>
                <a:ahLst/>
                <a:cxnLst/>
                <a:rect l="l" t="t" r="r" b="b"/>
                <a:pathLst>
                  <a:path w="2236" h="122" extrusionOk="0">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9"/>
              <p:cNvSpPr/>
              <p:nvPr/>
            </p:nvSpPr>
            <p:spPr>
              <a:xfrm>
                <a:off x="7496840" y="2655175"/>
                <a:ext cx="68096" cy="9717"/>
              </a:xfrm>
              <a:custGeom>
                <a:avLst/>
                <a:gdLst/>
                <a:ahLst/>
                <a:cxnLst/>
                <a:rect l="l" t="t" r="r" b="b"/>
                <a:pathLst>
                  <a:path w="855" h="122" extrusionOk="0">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7496840" y="2727572"/>
                <a:ext cx="68096" cy="9000"/>
              </a:xfrm>
              <a:custGeom>
                <a:avLst/>
                <a:gdLst/>
                <a:ahLst/>
                <a:cxnLst/>
                <a:rect l="l" t="t" r="r" b="b"/>
                <a:pathLst>
                  <a:path w="855" h="113" extrusionOk="0">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9"/>
              <p:cNvSpPr/>
              <p:nvPr/>
            </p:nvSpPr>
            <p:spPr>
              <a:xfrm>
                <a:off x="7496840" y="2802199"/>
                <a:ext cx="68096" cy="9000"/>
              </a:xfrm>
              <a:custGeom>
                <a:avLst/>
                <a:gdLst/>
                <a:ahLst/>
                <a:cxnLst/>
                <a:rect l="l" t="t" r="r" b="b"/>
                <a:pathLst>
                  <a:path w="855" h="113" extrusionOk="0">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9"/>
              <p:cNvSpPr/>
              <p:nvPr/>
            </p:nvSpPr>
            <p:spPr>
              <a:xfrm>
                <a:off x="7442204" y="2698741"/>
                <a:ext cx="178086" cy="9000"/>
              </a:xfrm>
              <a:custGeom>
                <a:avLst/>
                <a:gdLst/>
                <a:ahLst/>
                <a:cxnLst/>
                <a:rect l="l" t="t" r="r" b="b"/>
                <a:pathLst>
                  <a:path w="2236" h="113" extrusionOk="0">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9"/>
              <p:cNvSpPr/>
              <p:nvPr/>
            </p:nvSpPr>
            <p:spPr>
              <a:xfrm>
                <a:off x="7442204" y="2753456"/>
                <a:ext cx="178086" cy="8920"/>
              </a:xfrm>
              <a:custGeom>
                <a:avLst/>
                <a:gdLst/>
                <a:ahLst/>
                <a:cxnLst/>
                <a:rect l="l" t="t" r="r" b="b"/>
                <a:pathLst>
                  <a:path w="2236" h="112" extrusionOk="0">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9"/>
              <p:cNvSpPr/>
              <p:nvPr/>
            </p:nvSpPr>
            <p:spPr>
              <a:xfrm>
                <a:off x="7442204" y="2775598"/>
                <a:ext cx="178086" cy="9000"/>
              </a:xfrm>
              <a:custGeom>
                <a:avLst/>
                <a:gdLst/>
                <a:ahLst/>
                <a:cxnLst/>
                <a:rect l="l" t="t" r="r" b="b"/>
                <a:pathLst>
                  <a:path w="2236" h="113" extrusionOk="0">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9"/>
              <p:cNvSpPr/>
              <p:nvPr/>
            </p:nvSpPr>
            <p:spPr>
              <a:xfrm>
                <a:off x="7442204" y="2828800"/>
                <a:ext cx="178086" cy="9717"/>
              </a:xfrm>
              <a:custGeom>
                <a:avLst/>
                <a:gdLst/>
                <a:ahLst/>
                <a:cxnLst/>
                <a:rect l="l" t="t" r="r" b="b"/>
                <a:pathLst>
                  <a:path w="2236" h="122" extrusionOk="0">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9"/>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9"/>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9"/>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9"/>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9"/>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9"/>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9"/>
              <p:cNvSpPr/>
              <p:nvPr/>
            </p:nvSpPr>
            <p:spPr>
              <a:xfrm>
                <a:off x="8344335" y="3571324"/>
                <a:ext cx="36238" cy="35522"/>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9"/>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9"/>
              <p:cNvSpPr/>
              <p:nvPr/>
            </p:nvSpPr>
            <p:spPr>
              <a:xfrm>
                <a:off x="8251948" y="3571324"/>
                <a:ext cx="36318" cy="35522"/>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9"/>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9"/>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9"/>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9"/>
              <p:cNvSpPr/>
              <p:nvPr/>
            </p:nvSpPr>
            <p:spPr>
              <a:xfrm>
                <a:off x="8376830" y="3208544"/>
                <a:ext cx="53999" cy="54796"/>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9"/>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9"/>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9"/>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9"/>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9"/>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9"/>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9"/>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9"/>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9"/>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9"/>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9"/>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9"/>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9"/>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9"/>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9"/>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9"/>
              <p:cNvSpPr/>
              <p:nvPr/>
            </p:nvSpPr>
            <p:spPr>
              <a:xfrm>
                <a:off x="7003284" y="3902326"/>
                <a:ext cx="295642" cy="127193"/>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9"/>
              <p:cNvSpPr/>
              <p:nvPr/>
            </p:nvSpPr>
            <p:spPr>
              <a:xfrm>
                <a:off x="6998107" y="3897627"/>
                <a:ext cx="305996" cy="136273"/>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9"/>
              <p:cNvSpPr/>
              <p:nvPr/>
            </p:nvSpPr>
            <p:spPr>
              <a:xfrm>
                <a:off x="6969355" y="3873495"/>
                <a:ext cx="48106" cy="48106"/>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9"/>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9"/>
              <p:cNvSpPr/>
              <p:nvPr/>
            </p:nvSpPr>
            <p:spPr>
              <a:xfrm>
                <a:off x="7282596" y="3887114"/>
                <a:ext cx="591125" cy="551940"/>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9"/>
              <p:cNvSpPr/>
              <p:nvPr/>
            </p:nvSpPr>
            <p:spPr>
              <a:xfrm>
                <a:off x="7277420" y="3882176"/>
                <a:ext cx="589692" cy="561099"/>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9"/>
              <p:cNvSpPr/>
              <p:nvPr/>
            </p:nvSpPr>
            <p:spPr>
              <a:xfrm>
                <a:off x="7236801" y="3869592"/>
                <a:ext cx="627364" cy="551781"/>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9"/>
              <p:cNvSpPr/>
              <p:nvPr/>
            </p:nvSpPr>
            <p:spPr>
              <a:xfrm>
                <a:off x="7250102" y="3865769"/>
                <a:ext cx="588895" cy="561258"/>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9"/>
              <p:cNvSpPr/>
              <p:nvPr/>
            </p:nvSpPr>
            <p:spPr>
              <a:xfrm>
                <a:off x="7643863" y="3925423"/>
                <a:ext cx="134600" cy="135078"/>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9"/>
              <p:cNvSpPr/>
              <p:nvPr/>
            </p:nvSpPr>
            <p:spPr>
              <a:xfrm>
                <a:off x="7895061" y="4209673"/>
                <a:ext cx="304483"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9"/>
              <p:cNvSpPr/>
              <p:nvPr/>
            </p:nvSpPr>
            <p:spPr>
              <a:xfrm>
                <a:off x="7890681" y="4205293"/>
                <a:ext cx="314040" cy="48106"/>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9"/>
              <p:cNvSpPr/>
              <p:nvPr/>
            </p:nvSpPr>
            <p:spPr>
              <a:xfrm>
                <a:off x="7895061" y="4136560"/>
                <a:ext cx="175219" cy="25885"/>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9"/>
              <p:cNvSpPr/>
              <p:nvPr/>
            </p:nvSpPr>
            <p:spPr>
              <a:xfrm>
                <a:off x="7890681" y="4132100"/>
                <a:ext cx="184060"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9"/>
              <p:cNvSpPr/>
              <p:nvPr/>
            </p:nvSpPr>
            <p:spPr>
              <a:xfrm>
                <a:off x="7895061" y="4064163"/>
                <a:ext cx="175219"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9"/>
              <p:cNvSpPr/>
              <p:nvPr/>
            </p:nvSpPr>
            <p:spPr>
              <a:xfrm>
                <a:off x="7890681" y="4059703"/>
                <a:ext cx="184060"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9"/>
              <p:cNvSpPr/>
              <p:nvPr/>
            </p:nvSpPr>
            <p:spPr>
              <a:xfrm>
                <a:off x="7475415" y="3969546"/>
                <a:ext cx="156025" cy="115326"/>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9"/>
              <p:cNvSpPr/>
              <p:nvPr/>
            </p:nvSpPr>
            <p:spPr>
              <a:xfrm>
                <a:off x="7471035" y="3964369"/>
                <a:ext cx="164786" cy="125680"/>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9"/>
              <p:cNvSpPr/>
              <p:nvPr/>
            </p:nvSpPr>
            <p:spPr>
              <a:xfrm>
                <a:off x="7437744" y="4085587"/>
                <a:ext cx="231369" cy="192900"/>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9"/>
              <p:cNvSpPr/>
              <p:nvPr/>
            </p:nvSpPr>
            <p:spPr>
              <a:xfrm>
                <a:off x="7433283" y="4080411"/>
                <a:ext cx="240209" cy="202537"/>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9"/>
              <p:cNvSpPr/>
              <p:nvPr/>
            </p:nvSpPr>
            <p:spPr>
              <a:xfrm>
                <a:off x="7532361" y="4141737"/>
                <a:ext cx="42132" cy="80601"/>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9"/>
              <p:cNvSpPr/>
              <p:nvPr/>
            </p:nvSpPr>
            <p:spPr>
              <a:xfrm>
                <a:off x="7527901" y="4137277"/>
                <a:ext cx="51769" cy="89521"/>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avLst/>
                <a:gdLst/>
                <a:ahLst/>
                <a:cxnLst/>
                <a:rect l="l" t="t" r="r" b="b"/>
                <a:pathLst>
                  <a:path w="121" h="762" extrusionOk="0">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9"/>
              <p:cNvSpPr/>
              <p:nvPr/>
            </p:nvSpPr>
            <p:spPr>
              <a:xfrm>
                <a:off x="803044" y="3093131"/>
                <a:ext cx="9516" cy="59222"/>
              </a:xfrm>
              <a:custGeom>
                <a:avLst/>
                <a:gdLst/>
                <a:ahLst/>
                <a:cxnLst/>
                <a:rect l="l" t="t" r="r" b="b"/>
                <a:pathLst>
                  <a:path w="121" h="753" extrusionOk="0">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9"/>
              <p:cNvSpPr/>
              <p:nvPr/>
            </p:nvSpPr>
            <p:spPr>
              <a:xfrm>
                <a:off x="842367" y="3053021"/>
                <a:ext cx="59929" cy="9595"/>
              </a:xfrm>
              <a:custGeom>
                <a:avLst/>
                <a:gdLst/>
                <a:ahLst/>
                <a:cxnLst/>
                <a:rect l="l" t="t" r="r" b="b"/>
                <a:pathLst>
                  <a:path w="762" h="122" extrusionOk="0">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9"/>
              <p:cNvSpPr/>
              <p:nvPr/>
            </p:nvSpPr>
            <p:spPr>
              <a:xfrm>
                <a:off x="713230" y="3053021"/>
                <a:ext cx="59222" cy="9595"/>
              </a:xfrm>
              <a:custGeom>
                <a:avLst/>
                <a:gdLst/>
                <a:ahLst/>
                <a:cxnLst/>
                <a:rect l="l" t="t" r="r" b="b"/>
                <a:pathLst>
                  <a:path w="753" h="122" extrusionOk="0">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9"/>
              <p:cNvSpPr/>
              <p:nvPr/>
            </p:nvSpPr>
            <p:spPr>
              <a:xfrm>
                <a:off x="743902" y="3085896"/>
                <a:ext cx="35863" cy="35785"/>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9"/>
              <p:cNvSpPr/>
              <p:nvPr/>
            </p:nvSpPr>
            <p:spPr>
              <a:xfrm>
                <a:off x="738790" y="3081098"/>
                <a:ext cx="46087" cy="44986"/>
              </a:xfrm>
              <a:custGeom>
                <a:avLst/>
                <a:gdLst/>
                <a:ahLst/>
                <a:cxnLst/>
                <a:rect l="l" t="t" r="r" b="b"/>
                <a:pathLst>
                  <a:path w="586" h="572" extrusionOk="0">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9"/>
              <p:cNvSpPr/>
              <p:nvPr/>
            </p:nvSpPr>
            <p:spPr>
              <a:xfrm>
                <a:off x="835840" y="2993958"/>
                <a:ext cx="35785" cy="35785"/>
              </a:xfrm>
              <a:custGeom>
                <a:avLst/>
                <a:gdLst/>
                <a:ahLst/>
                <a:cxnLst/>
                <a:rect l="l" t="t" r="r" b="b"/>
                <a:pathLst>
                  <a:path w="455" h="455" extrusionOk="0">
                    <a:moveTo>
                      <a:pt x="0"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9"/>
              <p:cNvSpPr/>
              <p:nvPr/>
            </p:nvSpPr>
            <p:spPr>
              <a:xfrm>
                <a:off x="830728" y="2989396"/>
                <a:ext cx="46009" cy="45458"/>
              </a:xfrm>
              <a:custGeom>
                <a:avLst/>
                <a:gdLst/>
                <a:ahLst/>
                <a:cxnLst/>
                <a:rect l="l" t="t" r="r" b="b"/>
                <a:pathLst>
                  <a:path w="585" h="578" extrusionOk="0">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9"/>
              <p:cNvSpPr/>
              <p:nvPr/>
            </p:nvSpPr>
            <p:spPr>
              <a:xfrm>
                <a:off x="743902" y="2993958"/>
                <a:ext cx="35863" cy="35785"/>
              </a:xfrm>
              <a:custGeom>
                <a:avLst/>
                <a:gdLst/>
                <a:ahLst/>
                <a:cxnLst/>
                <a:rect l="l" t="t" r="r" b="b"/>
                <a:pathLst>
                  <a:path w="456" h="455" extrusionOk="0">
                    <a:moveTo>
                      <a:pt x="1"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9"/>
              <p:cNvSpPr/>
              <p:nvPr/>
            </p:nvSpPr>
            <p:spPr>
              <a:xfrm>
                <a:off x="738790" y="2989396"/>
                <a:ext cx="46087" cy="45458"/>
              </a:xfrm>
              <a:custGeom>
                <a:avLst/>
                <a:gdLst/>
                <a:ahLst/>
                <a:cxnLst/>
                <a:rect l="l" t="t" r="r" b="b"/>
                <a:pathLst>
                  <a:path w="586" h="578" extrusionOk="0">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9"/>
              <p:cNvSpPr/>
              <p:nvPr/>
            </p:nvSpPr>
            <p:spPr>
              <a:xfrm>
                <a:off x="835840" y="3085896"/>
                <a:ext cx="35785" cy="35785"/>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9"/>
              <p:cNvSpPr/>
              <p:nvPr/>
            </p:nvSpPr>
            <p:spPr>
              <a:xfrm>
                <a:off x="830728" y="3081098"/>
                <a:ext cx="46009" cy="44986"/>
              </a:xfrm>
              <a:custGeom>
                <a:avLst/>
                <a:gdLst/>
                <a:ahLst/>
                <a:cxnLst/>
                <a:rect l="l" t="t" r="r" b="b"/>
                <a:pathLst>
                  <a:path w="585" h="572" extrusionOk="0">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9"/>
              <p:cNvSpPr/>
              <p:nvPr/>
            </p:nvSpPr>
            <p:spPr>
              <a:xfrm>
                <a:off x="1099227" y="3149281"/>
                <a:ext cx="70861" cy="71569"/>
              </a:xfrm>
              <a:custGeom>
                <a:avLst/>
                <a:gdLst/>
                <a:ahLst/>
                <a:cxnLst/>
                <a:rect l="l" t="t" r="r" b="b"/>
                <a:pathLst>
                  <a:path w="901" h="910" extrusionOk="0">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9"/>
              <p:cNvSpPr/>
              <p:nvPr/>
            </p:nvSpPr>
            <p:spPr>
              <a:xfrm>
                <a:off x="822706" y="3648376"/>
                <a:ext cx="300669" cy="38773"/>
              </a:xfrm>
              <a:custGeom>
                <a:avLst/>
                <a:gdLst/>
                <a:ahLst/>
                <a:cxnLst/>
                <a:rect l="l" t="t" r="r" b="b"/>
                <a:pathLst>
                  <a:path w="3823" h="493" extrusionOk="0">
                    <a:moveTo>
                      <a:pt x="0" y="0"/>
                    </a:moveTo>
                    <a:lnTo>
                      <a:pt x="0" y="492"/>
                    </a:lnTo>
                    <a:lnTo>
                      <a:pt x="3822" y="492"/>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9"/>
              <p:cNvSpPr/>
              <p:nvPr/>
            </p:nvSpPr>
            <p:spPr>
              <a:xfrm>
                <a:off x="818302" y="3643972"/>
                <a:ext cx="309478" cy="47503"/>
              </a:xfrm>
              <a:custGeom>
                <a:avLst/>
                <a:gdLst/>
                <a:ahLst/>
                <a:cxnLst/>
                <a:rect l="l" t="t" r="r" b="b"/>
                <a:pathLst>
                  <a:path w="3935" h="604" extrusionOk="0">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9"/>
              <p:cNvSpPr/>
              <p:nvPr/>
            </p:nvSpPr>
            <p:spPr>
              <a:xfrm>
                <a:off x="950349" y="357688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9"/>
              <p:cNvSpPr/>
              <p:nvPr/>
            </p:nvSpPr>
            <p:spPr>
              <a:xfrm>
                <a:off x="946024" y="3572482"/>
                <a:ext cx="181754" cy="33661"/>
              </a:xfrm>
              <a:custGeom>
                <a:avLst/>
                <a:gdLst/>
                <a:ahLst/>
                <a:cxnLst/>
                <a:rect l="l" t="t" r="r" b="b"/>
                <a:pathLst>
                  <a:path w="2311" h="428" extrusionOk="0">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9"/>
              <p:cNvSpPr/>
              <p:nvPr/>
            </p:nvSpPr>
            <p:spPr>
              <a:xfrm>
                <a:off x="950349" y="350539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9"/>
              <p:cNvSpPr/>
              <p:nvPr/>
            </p:nvSpPr>
            <p:spPr>
              <a:xfrm>
                <a:off x="946024" y="3500285"/>
                <a:ext cx="181754" cy="34369"/>
              </a:xfrm>
              <a:custGeom>
                <a:avLst/>
                <a:gdLst/>
                <a:ahLst/>
                <a:cxnLst/>
                <a:rect l="l" t="t" r="r" b="b"/>
                <a:pathLst>
                  <a:path w="2311" h="437" extrusionOk="0">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9"/>
              <p:cNvSpPr/>
              <p:nvPr/>
            </p:nvSpPr>
            <p:spPr>
              <a:xfrm>
                <a:off x="1144449" y="3330093"/>
                <a:ext cx="583722" cy="544713"/>
              </a:xfrm>
              <a:custGeom>
                <a:avLst/>
                <a:gdLst/>
                <a:ahLst/>
                <a:cxnLst/>
                <a:rect l="l" t="t" r="r" b="b"/>
                <a:pathLst>
                  <a:path w="7422" h="6926" extrusionOk="0">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9"/>
              <p:cNvSpPr/>
              <p:nvPr/>
            </p:nvSpPr>
            <p:spPr>
              <a:xfrm>
                <a:off x="1151763" y="3325532"/>
                <a:ext cx="569880" cy="554229"/>
              </a:xfrm>
              <a:custGeom>
                <a:avLst/>
                <a:gdLst/>
                <a:ahLst/>
                <a:cxnLst/>
                <a:rect l="l" t="t" r="r" b="b"/>
                <a:pathLst>
                  <a:path w="7246" h="7047" extrusionOk="0">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9"/>
              <p:cNvSpPr/>
              <p:nvPr/>
            </p:nvSpPr>
            <p:spPr>
              <a:xfrm>
                <a:off x="1152471" y="3313892"/>
                <a:ext cx="621708" cy="544949"/>
              </a:xfrm>
              <a:custGeom>
                <a:avLst/>
                <a:gdLst/>
                <a:ahLst/>
                <a:cxnLst/>
                <a:rect l="l" t="t" r="r" b="b"/>
                <a:pathLst>
                  <a:path w="7905" h="6929" extrusionOk="0">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9"/>
              <p:cNvSpPr/>
              <p:nvPr/>
            </p:nvSpPr>
            <p:spPr>
              <a:xfrm>
                <a:off x="1178739" y="3308938"/>
                <a:ext cx="582306" cy="553993"/>
              </a:xfrm>
              <a:custGeom>
                <a:avLst/>
                <a:gdLst/>
                <a:ahLst/>
                <a:cxnLst/>
                <a:rect l="l" t="t" r="r" b="b"/>
                <a:pathLst>
                  <a:path w="7404" h="7044" extrusionOk="0">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9"/>
              <p:cNvSpPr/>
              <p:nvPr/>
            </p:nvSpPr>
            <p:spPr>
              <a:xfrm>
                <a:off x="1563950" y="3370439"/>
                <a:ext cx="117578" cy="119701"/>
              </a:xfrm>
              <a:custGeom>
                <a:avLst/>
                <a:gdLst/>
                <a:ahLst/>
                <a:cxnLst/>
                <a:rect l="l" t="t" r="r" b="b"/>
                <a:pathLst>
                  <a:path w="1495" h="1522" extrusionOk="0">
                    <a:moveTo>
                      <a:pt x="1" y="0"/>
                    </a:moveTo>
                    <a:lnTo>
                      <a:pt x="1494" y="1521"/>
                    </a:lnTo>
                    <a:cubicBezTo>
                      <a:pt x="1197" y="863"/>
                      <a:pt x="678"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9"/>
              <p:cNvSpPr/>
              <p:nvPr/>
            </p:nvSpPr>
            <p:spPr>
              <a:xfrm>
                <a:off x="1555928" y="3363282"/>
                <a:ext cx="132836" cy="133386"/>
              </a:xfrm>
              <a:custGeom>
                <a:avLst/>
                <a:gdLst/>
                <a:ahLst/>
                <a:cxnLst/>
                <a:rect l="l" t="t" r="r" b="b"/>
                <a:pathLst>
                  <a:path w="1689" h="1696" extrusionOk="0">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9"/>
              <p:cNvSpPr/>
              <p:nvPr/>
            </p:nvSpPr>
            <p:spPr>
              <a:xfrm>
                <a:off x="1990058" y="3317117"/>
                <a:ext cx="47503" cy="47503"/>
              </a:xfrm>
              <a:custGeom>
                <a:avLst/>
                <a:gdLst/>
                <a:ahLst/>
                <a:cxnLst/>
                <a:rect l="l" t="t" r="r" b="b"/>
                <a:pathLst>
                  <a:path w="604" h="604" extrusionOk="0">
                    <a:moveTo>
                      <a:pt x="158" y="1"/>
                    </a:moveTo>
                    <a:lnTo>
                      <a:pt x="0" y="437"/>
                    </a:lnTo>
                    <a:lnTo>
                      <a:pt x="436" y="604"/>
                    </a:lnTo>
                    <a:lnTo>
                      <a:pt x="603" y="159"/>
                    </a:lnTo>
                    <a:lnTo>
                      <a:pt x="1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9"/>
              <p:cNvSpPr/>
              <p:nvPr/>
            </p:nvSpPr>
            <p:spPr>
              <a:xfrm>
                <a:off x="1277991" y="3581212"/>
                <a:ext cx="151790" cy="76524"/>
              </a:xfrm>
              <a:custGeom>
                <a:avLst/>
                <a:gdLst/>
                <a:ahLst/>
                <a:cxnLst/>
                <a:rect l="l" t="t" r="r" b="b"/>
                <a:pathLst>
                  <a:path w="1930" h="973" extrusionOk="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9"/>
              <p:cNvSpPr/>
              <p:nvPr/>
            </p:nvSpPr>
            <p:spPr>
              <a:xfrm>
                <a:off x="1272879" y="3576887"/>
                <a:ext cx="161306" cy="85411"/>
              </a:xfrm>
              <a:custGeom>
                <a:avLst/>
                <a:gdLst/>
                <a:ahLst/>
                <a:cxnLst/>
                <a:rect l="l" t="t" r="r" b="b"/>
                <a:pathLst>
                  <a:path w="2051" h="1086" extrusionOk="0">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9"/>
              <p:cNvSpPr/>
              <p:nvPr/>
            </p:nvSpPr>
            <p:spPr>
              <a:xfrm>
                <a:off x="1310787" y="3484241"/>
                <a:ext cx="86198" cy="86905"/>
              </a:xfrm>
              <a:custGeom>
                <a:avLst/>
                <a:gdLst/>
                <a:ahLst/>
                <a:cxnLst/>
                <a:rect l="l" t="t" r="r" b="b"/>
                <a:pathLst>
                  <a:path w="1096" h="1105" extrusionOk="0">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9"/>
              <p:cNvSpPr/>
              <p:nvPr/>
            </p:nvSpPr>
            <p:spPr>
              <a:xfrm>
                <a:off x="1306383" y="3479837"/>
                <a:ext cx="95714" cy="95635"/>
              </a:xfrm>
              <a:custGeom>
                <a:avLst/>
                <a:gdLst/>
                <a:ahLst/>
                <a:cxnLst/>
                <a:rect l="l" t="t" r="r" b="b"/>
                <a:pathLst>
                  <a:path w="1217" h="1216" extrusionOk="0">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9"/>
              <p:cNvSpPr/>
              <p:nvPr/>
            </p:nvSpPr>
            <p:spPr>
              <a:xfrm>
                <a:off x="1499775" y="3581212"/>
                <a:ext cx="152576" cy="76524"/>
              </a:xfrm>
              <a:custGeom>
                <a:avLst/>
                <a:gdLst/>
                <a:ahLst/>
                <a:cxnLst/>
                <a:rect l="l" t="t" r="r" b="b"/>
                <a:pathLst>
                  <a:path w="1940" h="973" extrusionOk="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9"/>
              <p:cNvSpPr/>
              <p:nvPr/>
            </p:nvSpPr>
            <p:spPr>
              <a:xfrm>
                <a:off x="1495370" y="3576887"/>
                <a:ext cx="161306" cy="85411"/>
              </a:xfrm>
              <a:custGeom>
                <a:avLst/>
                <a:gdLst/>
                <a:ahLst/>
                <a:cxnLst/>
                <a:rect l="l" t="t" r="r" b="b"/>
                <a:pathLst>
                  <a:path w="2051" h="1086" extrusionOk="0">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9"/>
              <p:cNvSpPr/>
              <p:nvPr/>
            </p:nvSpPr>
            <p:spPr>
              <a:xfrm>
                <a:off x="1533278" y="3484241"/>
                <a:ext cx="86198" cy="86905"/>
              </a:xfrm>
              <a:custGeom>
                <a:avLst/>
                <a:gdLst/>
                <a:ahLst/>
                <a:cxnLst/>
                <a:rect l="l" t="t" r="r" b="b"/>
                <a:pathLst>
                  <a:path w="1096" h="1105" extrusionOk="0">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9"/>
              <p:cNvSpPr/>
              <p:nvPr/>
            </p:nvSpPr>
            <p:spPr>
              <a:xfrm>
                <a:off x="1528952" y="3479837"/>
                <a:ext cx="95635" cy="95635"/>
              </a:xfrm>
              <a:custGeom>
                <a:avLst/>
                <a:gdLst/>
                <a:ahLst/>
                <a:cxnLst/>
                <a:rect l="l" t="t" r="r" b="b"/>
                <a:pathLst>
                  <a:path w="1216" h="1216" extrusionOk="0">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9"/>
              <p:cNvSpPr/>
              <p:nvPr/>
            </p:nvSpPr>
            <p:spPr>
              <a:xfrm>
                <a:off x="1374962" y="3594346"/>
                <a:ext cx="172317" cy="86512"/>
              </a:xfrm>
              <a:custGeom>
                <a:avLst/>
                <a:gdLst/>
                <a:ahLst/>
                <a:cxnLst/>
                <a:rect l="l" t="t" r="r" b="b"/>
                <a:pathLst>
                  <a:path w="2191" h="1100" extrusionOk="0">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9"/>
              <p:cNvSpPr/>
              <p:nvPr/>
            </p:nvSpPr>
            <p:spPr>
              <a:xfrm>
                <a:off x="1370637" y="3590021"/>
                <a:ext cx="180968" cy="95635"/>
              </a:xfrm>
              <a:custGeom>
                <a:avLst/>
                <a:gdLst/>
                <a:ahLst/>
                <a:cxnLst/>
                <a:rect l="l" t="t" r="r" b="b"/>
                <a:pathLst>
                  <a:path w="2301" h="1216" extrusionOk="0">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9"/>
              <p:cNvSpPr/>
              <p:nvPr/>
            </p:nvSpPr>
            <p:spPr>
              <a:xfrm>
                <a:off x="1412949" y="3484241"/>
                <a:ext cx="97837" cy="98545"/>
              </a:xfrm>
              <a:custGeom>
                <a:avLst/>
                <a:gdLst/>
                <a:ahLst/>
                <a:cxnLst/>
                <a:rect l="l" t="t" r="r" b="b"/>
                <a:pathLst>
                  <a:path w="1244" h="1253" extrusionOk="0">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9"/>
              <p:cNvSpPr/>
              <p:nvPr/>
            </p:nvSpPr>
            <p:spPr>
              <a:xfrm>
                <a:off x="1407837" y="3479837"/>
                <a:ext cx="107354" cy="107354"/>
              </a:xfrm>
              <a:custGeom>
                <a:avLst/>
                <a:gdLst/>
                <a:ahLst/>
                <a:cxnLst/>
                <a:rect l="l" t="t" r="r" b="b"/>
                <a:pathLst>
                  <a:path w="1365" h="1365" extrusionOk="0">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9"/>
              <p:cNvSpPr/>
              <p:nvPr/>
            </p:nvSpPr>
            <p:spPr>
              <a:xfrm>
                <a:off x="1985653" y="3311847"/>
                <a:ext cx="57019" cy="56469"/>
              </a:xfrm>
              <a:custGeom>
                <a:avLst/>
                <a:gdLst/>
                <a:ahLst/>
                <a:cxnLst/>
                <a:rect l="l" t="t" r="r" b="b"/>
                <a:pathLst>
                  <a:path w="725" h="718" extrusionOk="0">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9"/>
              <p:cNvSpPr/>
              <p:nvPr/>
            </p:nvSpPr>
            <p:spPr>
              <a:xfrm>
                <a:off x="1707716" y="3340239"/>
                <a:ext cx="302085" cy="134566"/>
              </a:xfrm>
              <a:custGeom>
                <a:avLst/>
                <a:gdLst/>
                <a:ahLst/>
                <a:cxnLst/>
                <a:rect l="l" t="t" r="r" b="b"/>
                <a:pathLst>
                  <a:path w="3841" h="1711" extrusionOk="0">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12"/>
        <p:cNvGrpSpPr/>
        <p:nvPr/>
      </p:nvGrpSpPr>
      <p:grpSpPr>
        <a:xfrm>
          <a:off x="0" y="0"/>
          <a:ext cx="0" cy="0"/>
          <a:chOff x="0" y="0"/>
          <a:chExt cx="0" cy="0"/>
        </a:xfrm>
      </p:grpSpPr>
      <p:grpSp>
        <p:nvGrpSpPr>
          <p:cNvPr id="513" name="Google Shape;513;p20"/>
          <p:cNvGrpSpPr/>
          <p:nvPr/>
        </p:nvGrpSpPr>
        <p:grpSpPr>
          <a:xfrm>
            <a:off x="518850" y="392550"/>
            <a:ext cx="8106300" cy="4358400"/>
            <a:chOff x="518850" y="392550"/>
            <a:chExt cx="8106300" cy="4358400"/>
          </a:xfrm>
        </p:grpSpPr>
        <p:grpSp>
          <p:nvGrpSpPr>
            <p:cNvPr id="514" name="Google Shape;514;p20"/>
            <p:cNvGrpSpPr/>
            <p:nvPr/>
          </p:nvGrpSpPr>
          <p:grpSpPr>
            <a:xfrm>
              <a:off x="518850" y="392550"/>
              <a:ext cx="8106300" cy="396000"/>
              <a:chOff x="518850" y="385283"/>
              <a:chExt cx="8106300" cy="396000"/>
            </a:xfrm>
          </p:grpSpPr>
          <p:cxnSp>
            <p:nvCxnSpPr>
              <p:cNvPr id="515" name="Google Shape;515;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16" name="Google Shape;516;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17" name="Google Shape;517;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18" name="Google Shape;518;p20"/>
            <p:cNvGrpSpPr/>
            <p:nvPr/>
          </p:nvGrpSpPr>
          <p:grpSpPr>
            <a:xfrm rot="10800000">
              <a:off x="518850" y="4354950"/>
              <a:ext cx="8106300" cy="396000"/>
              <a:chOff x="518850" y="385283"/>
              <a:chExt cx="8106300" cy="396000"/>
            </a:xfrm>
          </p:grpSpPr>
          <p:cxnSp>
            <p:nvCxnSpPr>
              <p:cNvPr id="519" name="Google Shape;519;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0" name="Google Shape;520;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21" name="Google Shape;521;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522" name="Google Shape;522;p20"/>
          <p:cNvGrpSpPr/>
          <p:nvPr/>
        </p:nvGrpSpPr>
        <p:grpSpPr>
          <a:xfrm>
            <a:off x="5441862" y="1343334"/>
            <a:ext cx="2955370" cy="2456833"/>
            <a:chOff x="5475412" y="1860275"/>
            <a:chExt cx="2955370" cy="2456833"/>
          </a:xfrm>
        </p:grpSpPr>
        <p:sp>
          <p:nvSpPr>
            <p:cNvPr id="523" name="Google Shape;523;p20"/>
            <p:cNvSpPr/>
            <p:nvPr/>
          </p:nvSpPr>
          <p:spPr>
            <a:xfrm>
              <a:off x="5581433" y="2425462"/>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0"/>
            <p:cNvSpPr/>
            <p:nvPr/>
          </p:nvSpPr>
          <p:spPr>
            <a:xfrm>
              <a:off x="8233235" y="2755955"/>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0"/>
            <p:cNvSpPr/>
            <p:nvPr/>
          </p:nvSpPr>
          <p:spPr>
            <a:xfrm>
              <a:off x="5475412" y="3604065"/>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0"/>
            <p:cNvSpPr/>
            <p:nvPr/>
          </p:nvSpPr>
          <p:spPr>
            <a:xfrm>
              <a:off x="8311913" y="3834088"/>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0"/>
            <p:cNvSpPr/>
            <p:nvPr/>
          </p:nvSpPr>
          <p:spPr>
            <a:xfrm>
              <a:off x="8015063" y="1953753"/>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0"/>
            <p:cNvSpPr/>
            <p:nvPr/>
          </p:nvSpPr>
          <p:spPr>
            <a:xfrm>
              <a:off x="8015063" y="2047230"/>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0"/>
            <p:cNvSpPr/>
            <p:nvPr/>
          </p:nvSpPr>
          <p:spPr>
            <a:xfrm>
              <a:off x="8044097" y="2018709"/>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0"/>
            <p:cNvSpPr/>
            <p:nvPr/>
          </p:nvSpPr>
          <p:spPr>
            <a:xfrm>
              <a:off x="7950107" y="2018709"/>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0"/>
            <p:cNvSpPr/>
            <p:nvPr/>
          </p:nvSpPr>
          <p:spPr>
            <a:xfrm>
              <a:off x="7972309" y="2041936"/>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0"/>
            <p:cNvSpPr/>
            <p:nvPr/>
          </p:nvSpPr>
          <p:spPr>
            <a:xfrm>
              <a:off x="7969121" y="2039032"/>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0"/>
            <p:cNvSpPr/>
            <p:nvPr/>
          </p:nvSpPr>
          <p:spPr>
            <a:xfrm>
              <a:off x="8038859" y="1975898"/>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0"/>
            <p:cNvSpPr/>
            <p:nvPr/>
          </p:nvSpPr>
          <p:spPr>
            <a:xfrm>
              <a:off x="8035159" y="1972653"/>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0"/>
            <p:cNvSpPr/>
            <p:nvPr/>
          </p:nvSpPr>
          <p:spPr>
            <a:xfrm>
              <a:off x="7972309" y="1975898"/>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0"/>
            <p:cNvSpPr/>
            <p:nvPr/>
          </p:nvSpPr>
          <p:spPr>
            <a:xfrm>
              <a:off x="7969121" y="1972653"/>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0"/>
            <p:cNvSpPr/>
            <p:nvPr/>
          </p:nvSpPr>
          <p:spPr>
            <a:xfrm>
              <a:off x="8038859" y="2041936"/>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0"/>
            <p:cNvSpPr/>
            <p:nvPr/>
          </p:nvSpPr>
          <p:spPr>
            <a:xfrm>
              <a:off x="8035159" y="2039032"/>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0"/>
            <p:cNvSpPr/>
            <p:nvPr/>
          </p:nvSpPr>
          <p:spPr>
            <a:xfrm>
              <a:off x="8355158" y="2208282"/>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0"/>
            <p:cNvSpPr/>
            <p:nvPr/>
          </p:nvSpPr>
          <p:spPr>
            <a:xfrm>
              <a:off x="5739149" y="2773380"/>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0"/>
            <p:cNvSpPr/>
            <p:nvPr/>
          </p:nvSpPr>
          <p:spPr>
            <a:xfrm>
              <a:off x="6637773" y="1860275"/>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0"/>
            <p:cNvSpPr/>
            <p:nvPr/>
          </p:nvSpPr>
          <p:spPr>
            <a:xfrm>
              <a:off x="6622459" y="2287528"/>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0"/>
            <p:cNvSpPr/>
            <p:nvPr/>
          </p:nvSpPr>
          <p:spPr>
            <a:xfrm>
              <a:off x="6619783" y="2282746"/>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0"/>
            <p:cNvSpPr/>
            <p:nvPr/>
          </p:nvSpPr>
          <p:spPr>
            <a:xfrm>
              <a:off x="6175621" y="2313943"/>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0"/>
            <p:cNvSpPr/>
            <p:nvPr/>
          </p:nvSpPr>
          <p:spPr>
            <a:xfrm>
              <a:off x="6172490" y="2310755"/>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0"/>
            <p:cNvSpPr/>
            <p:nvPr/>
          </p:nvSpPr>
          <p:spPr>
            <a:xfrm>
              <a:off x="6359445" y="2342407"/>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0"/>
            <p:cNvSpPr/>
            <p:nvPr/>
          </p:nvSpPr>
          <p:spPr>
            <a:xfrm>
              <a:off x="6356257" y="2338764"/>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0"/>
            <p:cNvSpPr/>
            <p:nvPr/>
          </p:nvSpPr>
          <p:spPr>
            <a:xfrm>
              <a:off x="6631966" y="2285421"/>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0"/>
            <p:cNvSpPr/>
            <p:nvPr/>
          </p:nvSpPr>
          <p:spPr>
            <a:xfrm>
              <a:off x="6629290" y="2280127"/>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0"/>
            <p:cNvSpPr/>
            <p:nvPr/>
          </p:nvSpPr>
          <p:spPr>
            <a:xfrm>
              <a:off x="7338003" y="2218302"/>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0"/>
            <p:cNvSpPr/>
            <p:nvPr/>
          </p:nvSpPr>
          <p:spPr>
            <a:xfrm>
              <a:off x="7334359" y="2214658"/>
              <a:ext cx="88241"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0"/>
            <p:cNvSpPr/>
            <p:nvPr/>
          </p:nvSpPr>
          <p:spPr>
            <a:xfrm>
              <a:off x="7468997" y="2075239"/>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0"/>
            <p:cNvSpPr/>
            <p:nvPr/>
          </p:nvSpPr>
          <p:spPr>
            <a:xfrm>
              <a:off x="7465297" y="2072051"/>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0"/>
            <p:cNvSpPr/>
            <p:nvPr/>
          </p:nvSpPr>
          <p:spPr>
            <a:xfrm>
              <a:off x="7587296" y="2272214"/>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0"/>
            <p:cNvSpPr/>
            <p:nvPr/>
          </p:nvSpPr>
          <p:spPr>
            <a:xfrm>
              <a:off x="7583596" y="2269026"/>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0"/>
            <p:cNvSpPr/>
            <p:nvPr/>
          </p:nvSpPr>
          <p:spPr>
            <a:xfrm>
              <a:off x="6112258" y="2077573"/>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0"/>
            <p:cNvSpPr/>
            <p:nvPr/>
          </p:nvSpPr>
          <p:spPr>
            <a:xfrm>
              <a:off x="6086412"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0"/>
            <p:cNvSpPr/>
            <p:nvPr/>
          </p:nvSpPr>
          <p:spPr>
            <a:xfrm>
              <a:off x="6083224" y="2047742"/>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0"/>
            <p:cNvSpPr/>
            <p:nvPr/>
          </p:nvSpPr>
          <p:spPr>
            <a:xfrm>
              <a:off x="6314016"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0"/>
            <p:cNvSpPr/>
            <p:nvPr/>
          </p:nvSpPr>
          <p:spPr>
            <a:xfrm>
              <a:off x="6310315" y="2047742"/>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0"/>
            <p:cNvSpPr/>
            <p:nvPr/>
          </p:nvSpPr>
          <p:spPr>
            <a:xfrm>
              <a:off x="6194635" y="2159722"/>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0"/>
            <p:cNvSpPr/>
            <p:nvPr/>
          </p:nvSpPr>
          <p:spPr>
            <a:xfrm>
              <a:off x="6191504" y="2156022"/>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0"/>
            <p:cNvSpPr/>
            <p:nvPr/>
          </p:nvSpPr>
          <p:spPr>
            <a:xfrm>
              <a:off x="6449223" y="2065163"/>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0"/>
            <p:cNvSpPr/>
            <p:nvPr/>
          </p:nvSpPr>
          <p:spPr>
            <a:xfrm>
              <a:off x="6446035" y="2062032"/>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p:nvPr/>
          </p:nvSpPr>
          <p:spPr>
            <a:xfrm>
              <a:off x="6930332" y="1988081"/>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0"/>
            <p:cNvSpPr/>
            <p:nvPr/>
          </p:nvSpPr>
          <p:spPr>
            <a:xfrm>
              <a:off x="6927144" y="1984893"/>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0"/>
            <p:cNvSpPr/>
            <p:nvPr/>
          </p:nvSpPr>
          <p:spPr>
            <a:xfrm>
              <a:off x="6987888" y="2066757"/>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0"/>
            <p:cNvSpPr/>
            <p:nvPr/>
          </p:nvSpPr>
          <p:spPr>
            <a:xfrm>
              <a:off x="7051250" y="2066757"/>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0"/>
            <p:cNvSpPr/>
            <p:nvPr/>
          </p:nvSpPr>
          <p:spPr>
            <a:xfrm>
              <a:off x="7114100" y="2066757"/>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0"/>
            <p:cNvSpPr/>
            <p:nvPr/>
          </p:nvSpPr>
          <p:spPr>
            <a:xfrm>
              <a:off x="5743641" y="2204582"/>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0"/>
            <p:cNvSpPr/>
            <p:nvPr/>
          </p:nvSpPr>
          <p:spPr>
            <a:xfrm>
              <a:off x="5740453" y="2201451"/>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0"/>
            <p:cNvSpPr/>
            <p:nvPr/>
          </p:nvSpPr>
          <p:spPr>
            <a:xfrm>
              <a:off x="5914201" y="2279045"/>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0"/>
            <p:cNvSpPr/>
            <p:nvPr/>
          </p:nvSpPr>
          <p:spPr>
            <a:xfrm>
              <a:off x="5854027" y="2279045"/>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0"/>
            <p:cNvSpPr/>
            <p:nvPr/>
          </p:nvSpPr>
          <p:spPr>
            <a:xfrm>
              <a:off x="5794878" y="2279045"/>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0"/>
            <p:cNvSpPr/>
            <p:nvPr/>
          </p:nvSpPr>
          <p:spPr>
            <a:xfrm>
              <a:off x="7974415" y="2277337"/>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0"/>
            <p:cNvSpPr/>
            <p:nvPr/>
          </p:nvSpPr>
          <p:spPr>
            <a:xfrm>
              <a:off x="7970715" y="2274035"/>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0"/>
            <p:cNvSpPr/>
            <p:nvPr/>
          </p:nvSpPr>
          <p:spPr>
            <a:xfrm>
              <a:off x="7946406" y="2402126"/>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0"/>
            <p:cNvSpPr/>
            <p:nvPr/>
          </p:nvSpPr>
          <p:spPr>
            <a:xfrm>
              <a:off x="7942706" y="2398938"/>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0"/>
            <p:cNvSpPr/>
            <p:nvPr/>
          </p:nvSpPr>
          <p:spPr>
            <a:xfrm>
              <a:off x="7741005" y="2150215"/>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0"/>
            <p:cNvSpPr/>
            <p:nvPr/>
          </p:nvSpPr>
          <p:spPr>
            <a:xfrm>
              <a:off x="7737817" y="2147027"/>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0"/>
            <p:cNvSpPr/>
            <p:nvPr/>
          </p:nvSpPr>
          <p:spPr>
            <a:xfrm>
              <a:off x="7784272" y="2170538"/>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0"/>
            <p:cNvSpPr/>
            <p:nvPr/>
          </p:nvSpPr>
          <p:spPr>
            <a:xfrm>
              <a:off x="6902835" y="3774116"/>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0"/>
            <p:cNvSpPr/>
            <p:nvPr/>
          </p:nvSpPr>
          <p:spPr>
            <a:xfrm>
              <a:off x="5894162" y="2528850"/>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0"/>
            <p:cNvSpPr/>
            <p:nvPr/>
          </p:nvSpPr>
          <p:spPr>
            <a:xfrm>
              <a:off x="5890974" y="2525662"/>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0"/>
            <p:cNvSpPr/>
            <p:nvPr/>
          </p:nvSpPr>
          <p:spPr>
            <a:xfrm>
              <a:off x="5995041" y="2636047"/>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0"/>
            <p:cNvSpPr/>
            <p:nvPr/>
          </p:nvSpPr>
          <p:spPr>
            <a:xfrm>
              <a:off x="5991341" y="2632916"/>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0"/>
            <p:cNvSpPr/>
            <p:nvPr/>
          </p:nvSpPr>
          <p:spPr>
            <a:xfrm>
              <a:off x="6933520" y="2560559"/>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0"/>
            <p:cNvSpPr/>
            <p:nvPr/>
          </p:nvSpPr>
          <p:spPr>
            <a:xfrm>
              <a:off x="6930332" y="2556859"/>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0"/>
            <p:cNvSpPr/>
            <p:nvPr/>
          </p:nvSpPr>
          <p:spPr>
            <a:xfrm>
              <a:off x="5893081" y="3731363"/>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0"/>
            <p:cNvSpPr/>
            <p:nvPr/>
          </p:nvSpPr>
          <p:spPr>
            <a:xfrm>
              <a:off x="5889950" y="3727662"/>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0"/>
            <p:cNvSpPr/>
            <p:nvPr/>
          </p:nvSpPr>
          <p:spPr>
            <a:xfrm>
              <a:off x="6431802" y="4215089"/>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0"/>
            <p:cNvSpPr/>
            <p:nvPr/>
          </p:nvSpPr>
          <p:spPr>
            <a:xfrm>
              <a:off x="6428614" y="4211958"/>
              <a:ext cx="1044666"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0"/>
            <p:cNvSpPr/>
            <p:nvPr/>
          </p:nvSpPr>
          <p:spPr>
            <a:xfrm>
              <a:off x="6691628" y="4215089"/>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0"/>
            <p:cNvSpPr/>
            <p:nvPr/>
          </p:nvSpPr>
          <p:spPr>
            <a:xfrm>
              <a:off x="6687927" y="4211958"/>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0"/>
            <p:cNvSpPr/>
            <p:nvPr/>
          </p:nvSpPr>
          <p:spPr>
            <a:xfrm>
              <a:off x="7160554" y="2782355"/>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0"/>
            <p:cNvSpPr/>
            <p:nvPr/>
          </p:nvSpPr>
          <p:spPr>
            <a:xfrm>
              <a:off x="7157423" y="2779167"/>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0"/>
            <p:cNvSpPr/>
            <p:nvPr/>
          </p:nvSpPr>
          <p:spPr>
            <a:xfrm>
              <a:off x="7228186" y="2854200"/>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0"/>
            <p:cNvSpPr/>
            <p:nvPr/>
          </p:nvSpPr>
          <p:spPr>
            <a:xfrm>
              <a:off x="7592078"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0"/>
            <p:cNvSpPr/>
            <p:nvPr/>
          </p:nvSpPr>
          <p:spPr>
            <a:xfrm>
              <a:off x="7624243" y="2824084"/>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0"/>
            <p:cNvSpPr/>
            <p:nvPr/>
          </p:nvSpPr>
          <p:spPr>
            <a:xfrm>
              <a:off x="7653334"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0"/>
            <p:cNvSpPr/>
            <p:nvPr/>
          </p:nvSpPr>
          <p:spPr>
            <a:xfrm>
              <a:off x="7471104" y="2903842"/>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0"/>
            <p:cNvSpPr/>
            <p:nvPr/>
          </p:nvSpPr>
          <p:spPr>
            <a:xfrm>
              <a:off x="7471104" y="2947677"/>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0"/>
            <p:cNvSpPr/>
            <p:nvPr/>
          </p:nvSpPr>
          <p:spPr>
            <a:xfrm>
              <a:off x="7471104" y="2991456"/>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0"/>
            <p:cNvSpPr/>
            <p:nvPr/>
          </p:nvSpPr>
          <p:spPr>
            <a:xfrm>
              <a:off x="7453171" y="3091309"/>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0"/>
            <p:cNvSpPr/>
            <p:nvPr/>
          </p:nvSpPr>
          <p:spPr>
            <a:xfrm>
              <a:off x="7231374" y="3221734"/>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0"/>
            <p:cNvSpPr/>
            <p:nvPr/>
          </p:nvSpPr>
          <p:spPr>
            <a:xfrm>
              <a:off x="7231374" y="3178411"/>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0"/>
            <p:cNvSpPr/>
            <p:nvPr/>
          </p:nvSpPr>
          <p:spPr>
            <a:xfrm>
              <a:off x="7231374" y="3134575"/>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0"/>
            <p:cNvSpPr/>
            <p:nvPr/>
          </p:nvSpPr>
          <p:spPr>
            <a:xfrm>
              <a:off x="7417761" y="3341114"/>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0"/>
            <p:cNvSpPr/>
            <p:nvPr/>
          </p:nvSpPr>
          <p:spPr>
            <a:xfrm>
              <a:off x="7245607" y="3341114"/>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0"/>
            <p:cNvSpPr/>
            <p:nvPr/>
          </p:nvSpPr>
          <p:spPr>
            <a:xfrm>
              <a:off x="7245607" y="3390756"/>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0"/>
            <p:cNvSpPr/>
            <p:nvPr/>
          </p:nvSpPr>
          <p:spPr>
            <a:xfrm>
              <a:off x="7337490" y="2894335"/>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0"/>
            <p:cNvSpPr/>
            <p:nvPr/>
          </p:nvSpPr>
          <p:spPr>
            <a:xfrm>
              <a:off x="7333790" y="2890065"/>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0"/>
            <p:cNvSpPr/>
            <p:nvPr/>
          </p:nvSpPr>
          <p:spPr>
            <a:xfrm>
              <a:off x="7250389" y="2883404"/>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0"/>
            <p:cNvSpPr/>
            <p:nvPr/>
          </p:nvSpPr>
          <p:spPr>
            <a:xfrm>
              <a:off x="7249819" y="2879875"/>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0"/>
            <p:cNvSpPr/>
            <p:nvPr/>
          </p:nvSpPr>
          <p:spPr>
            <a:xfrm>
              <a:off x="7464272" y="3113853"/>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0"/>
            <p:cNvSpPr/>
            <p:nvPr/>
          </p:nvSpPr>
          <p:spPr>
            <a:xfrm>
              <a:off x="7461084" y="3111177"/>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0"/>
            <p:cNvSpPr/>
            <p:nvPr/>
          </p:nvSpPr>
          <p:spPr>
            <a:xfrm>
              <a:off x="7495925" y="3135657"/>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0"/>
            <p:cNvSpPr/>
            <p:nvPr/>
          </p:nvSpPr>
          <p:spPr>
            <a:xfrm>
              <a:off x="7492224" y="3132469"/>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0"/>
            <p:cNvSpPr/>
            <p:nvPr/>
          </p:nvSpPr>
          <p:spPr>
            <a:xfrm>
              <a:off x="7504920" y="3149434"/>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0"/>
            <p:cNvSpPr/>
            <p:nvPr/>
          </p:nvSpPr>
          <p:spPr>
            <a:xfrm>
              <a:off x="7501219" y="3146246"/>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0"/>
            <p:cNvSpPr/>
            <p:nvPr/>
          </p:nvSpPr>
          <p:spPr>
            <a:xfrm>
              <a:off x="7526553" y="3166797"/>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0"/>
            <p:cNvSpPr/>
            <p:nvPr/>
          </p:nvSpPr>
          <p:spPr>
            <a:xfrm>
              <a:off x="7523422" y="3163097"/>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0"/>
            <p:cNvSpPr/>
            <p:nvPr/>
          </p:nvSpPr>
          <p:spPr>
            <a:xfrm>
              <a:off x="7495412" y="3128939"/>
              <a:ext cx="49188" cy="55905"/>
            </a:xfrm>
            <a:custGeom>
              <a:avLst/>
              <a:gdLst/>
              <a:ahLst/>
              <a:cxnLst/>
              <a:rect l="l" t="t" r="r" b="b"/>
              <a:pathLst>
                <a:path w="864" h="982" extrusionOk="0">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0"/>
            <p:cNvSpPr/>
            <p:nvPr/>
          </p:nvSpPr>
          <p:spPr>
            <a:xfrm>
              <a:off x="7493818" y="3127231"/>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0"/>
            <p:cNvSpPr/>
            <p:nvPr/>
          </p:nvSpPr>
          <p:spPr>
            <a:xfrm>
              <a:off x="7482205" y="3116130"/>
              <a:ext cx="19072" cy="18502"/>
            </a:xfrm>
            <a:custGeom>
              <a:avLst/>
              <a:gdLst/>
              <a:ahLst/>
              <a:cxnLst/>
              <a:rect l="l" t="t" r="r" b="b"/>
              <a:pathLst>
                <a:path w="335" h="325" extrusionOk="0">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0"/>
            <p:cNvSpPr/>
            <p:nvPr/>
          </p:nvSpPr>
          <p:spPr>
            <a:xfrm>
              <a:off x="7481123" y="3114536"/>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0"/>
            <p:cNvSpPr/>
            <p:nvPr/>
          </p:nvSpPr>
          <p:spPr>
            <a:xfrm>
              <a:off x="7487499" y="3121937"/>
              <a:ext cx="18502" cy="18218"/>
            </a:xfrm>
            <a:custGeom>
              <a:avLst/>
              <a:gdLst/>
              <a:ahLst/>
              <a:cxnLst/>
              <a:rect l="l" t="t" r="r" b="b"/>
              <a:pathLst>
                <a:path w="325" h="320" extrusionOk="0">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0"/>
            <p:cNvSpPr/>
            <p:nvPr/>
          </p:nvSpPr>
          <p:spPr>
            <a:xfrm>
              <a:off x="7485905" y="3120115"/>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0"/>
            <p:cNvSpPr/>
            <p:nvPr/>
          </p:nvSpPr>
          <p:spPr>
            <a:xfrm>
              <a:off x="6932439" y="3332119"/>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0"/>
            <p:cNvSpPr/>
            <p:nvPr/>
          </p:nvSpPr>
          <p:spPr>
            <a:xfrm>
              <a:off x="6929251" y="3328419"/>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0"/>
            <p:cNvSpPr/>
            <p:nvPr/>
          </p:nvSpPr>
          <p:spPr>
            <a:xfrm>
              <a:off x="6626671" y="3327906"/>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0"/>
            <p:cNvSpPr/>
            <p:nvPr/>
          </p:nvSpPr>
          <p:spPr>
            <a:xfrm>
              <a:off x="6623483" y="3324718"/>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0"/>
            <p:cNvSpPr/>
            <p:nvPr/>
          </p:nvSpPr>
          <p:spPr>
            <a:xfrm>
              <a:off x="6695328" y="3411877"/>
              <a:ext cx="136290" cy="100937"/>
            </a:xfrm>
            <a:custGeom>
              <a:avLst/>
              <a:gdLst/>
              <a:ahLst/>
              <a:cxnLst/>
              <a:rect l="l" t="t" r="r" b="b"/>
              <a:pathLst>
                <a:path w="2394" h="1773" extrusionOk="0">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0"/>
            <p:cNvSpPr/>
            <p:nvPr/>
          </p:nvSpPr>
          <p:spPr>
            <a:xfrm>
              <a:off x="6692140" y="3408689"/>
              <a:ext cx="142667" cy="107768"/>
            </a:xfrm>
            <a:custGeom>
              <a:avLst/>
              <a:gdLst/>
              <a:ahLst/>
              <a:cxnLst/>
              <a:rect l="l" t="t" r="r" b="b"/>
              <a:pathLst>
                <a:path w="2506" h="1893" extrusionOk="0">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0"/>
            <p:cNvSpPr/>
            <p:nvPr/>
          </p:nvSpPr>
          <p:spPr>
            <a:xfrm>
              <a:off x="6695328" y="3425597"/>
              <a:ext cx="136290" cy="37232"/>
            </a:xfrm>
            <a:custGeom>
              <a:avLst/>
              <a:gdLst/>
              <a:ahLst/>
              <a:cxnLst/>
              <a:rect l="l" t="t" r="r" b="b"/>
              <a:pathLst>
                <a:path w="2394" h="654" extrusionOk="0">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0"/>
            <p:cNvSpPr/>
            <p:nvPr/>
          </p:nvSpPr>
          <p:spPr>
            <a:xfrm>
              <a:off x="6693734" y="3422409"/>
              <a:ext cx="139479" cy="43381"/>
            </a:xfrm>
            <a:custGeom>
              <a:avLst/>
              <a:gdLst/>
              <a:ahLst/>
              <a:cxnLst/>
              <a:rect l="l" t="t" r="r" b="b"/>
              <a:pathLst>
                <a:path w="2450" h="762" extrusionOk="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0"/>
            <p:cNvSpPr/>
            <p:nvPr/>
          </p:nvSpPr>
          <p:spPr>
            <a:xfrm>
              <a:off x="6732275" y="3079126"/>
              <a:ext cx="373973" cy="201817"/>
            </a:xfrm>
            <a:custGeom>
              <a:avLst/>
              <a:gdLst/>
              <a:ahLst/>
              <a:cxnLst/>
              <a:rect l="l" t="t" r="r" b="b"/>
              <a:pathLst>
                <a:path w="6569" h="3545" extrusionOk="0">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0"/>
            <p:cNvSpPr/>
            <p:nvPr/>
          </p:nvSpPr>
          <p:spPr>
            <a:xfrm>
              <a:off x="6732275" y="3083908"/>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0"/>
            <p:cNvSpPr/>
            <p:nvPr/>
          </p:nvSpPr>
          <p:spPr>
            <a:xfrm>
              <a:off x="6728575" y="3080720"/>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0"/>
            <p:cNvSpPr/>
            <p:nvPr/>
          </p:nvSpPr>
          <p:spPr>
            <a:xfrm>
              <a:off x="6793531" y="3145164"/>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0"/>
            <p:cNvSpPr/>
            <p:nvPr/>
          </p:nvSpPr>
          <p:spPr>
            <a:xfrm>
              <a:off x="6942971" y="3145164"/>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0"/>
            <p:cNvSpPr/>
            <p:nvPr/>
          </p:nvSpPr>
          <p:spPr>
            <a:xfrm>
              <a:off x="6793531" y="3208526"/>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0"/>
            <p:cNvSpPr/>
            <p:nvPr/>
          </p:nvSpPr>
          <p:spPr>
            <a:xfrm>
              <a:off x="6893328" y="3175280"/>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0"/>
            <p:cNvSpPr/>
            <p:nvPr/>
          </p:nvSpPr>
          <p:spPr>
            <a:xfrm>
              <a:off x="6793531" y="3175280"/>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0"/>
            <p:cNvSpPr/>
            <p:nvPr/>
          </p:nvSpPr>
          <p:spPr>
            <a:xfrm>
              <a:off x="6931926" y="3208526"/>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0"/>
            <p:cNvSpPr/>
            <p:nvPr/>
          </p:nvSpPr>
          <p:spPr>
            <a:xfrm>
              <a:off x="6732275" y="2787650"/>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0"/>
            <p:cNvSpPr/>
            <p:nvPr/>
          </p:nvSpPr>
          <p:spPr>
            <a:xfrm>
              <a:off x="6728575" y="2783949"/>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0"/>
            <p:cNvSpPr/>
            <p:nvPr/>
          </p:nvSpPr>
          <p:spPr>
            <a:xfrm>
              <a:off x="6997395"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0"/>
            <p:cNvSpPr/>
            <p:nvPr/>
          </p:nvSpPr>
          <p:spPr>
            <a:xfrm>
              <a:off x="7035424"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0"/>
            <p:cNvSpPr/>
            <p:nvPr/>
          </p:nvSpPr>
          <p:spPr>
            <a:xfrm>
              <a:off x="7073452" y="2799263"/>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0"/>
            <p:cNvSpPr/>
            <p:nvPr/>
          </p:nvSpPr>
          <p:spPr>
            <a:xfrm>
              <a:off x="6833154" y="2829891"/>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0"/>
            <p:cNvSpPr/>
            <p:nvPr/>
          </p:nvSpPr>
          <p:spPr>
            <a:xfrm>
              <a:off x="6829966" y="2826703"/>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0"/>
            <p:cNvSpPr/>
            <p:nvPr/>
          </p:nvSpPr>
          <p:spPr>
            <a:xfrm>
              <a:off x="6851656" y="2848393"/>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0"/>
            <p:cNvSpPr/>
            <p:nvPr/>
          </p:nvSpPr>
          <p:spPr>
            <a:xfrm>
              <a:off x="6848468" y="2845205"/>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0"/>
            <p:cNvSpPr/>
            <p:nvPr/>
          </p:nvSpPr>
          <p:spPr>
            <a:xfrm>
              <a:off x="6915018" y="2877939"/>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0"/>
            <p:cNvSpPr/>
            <p:nvPr/>
          </p:nvSpPr>
          <p:spPr>
            <a:xfrm>
              <a:off x="6909724" y="2906973"/>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0"/>
            <p:cNvSpPr/>
            <p:nvPr/>
          </p:nvSpPr>
          <p:spPr>
            <a:xfrm>
              <a:off x="6906536" y="2903842"/>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0"/>
            <p:cNvSpPr/>
            <p:nvPr/>
          </p:nvSpPr>
          <p:spPr>
            <a:xfrm>
              <a:off x="6131273" y="2776548"/>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0"/>
            <p:cNvSpPr/>
            <p:nvPr/>
          </p:nvSpPr>
          <p:spPr>
            <a:xfrm>
              <a:off x="6127572" y="2773360"/>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0"/>
            <p:cNvSpPr/>
            <p:nvPr/>
          </p:nvSpPr>
          <p:spPr>
            <a:xfrm>
              <a:off x="6317204" y="2829094"/>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0"/>
            <p:cNvSpPr/>
            <p:nvPr/>
          </p:nvSpPr>
          <p:spPr>
            <a:xfrm>
              <a:off x="6322441" y="2825678"/>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0"/>
            <p:cNvSpPr/>
            <p:nvPr/>
          </p:nvSpPr>
          <p:spPr>
            <a:xfrm>
              <a:off x="6370547" y="2912780"/>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0"/>
            <p:cNvSpPr/>
            <p:nvPr/>
          </p:nvSpPr>
          <p:spPr>
            <a:xfrm>
              <a:off x="6366846" y="2909649"/>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0"/>
            <p:cNvSpPr/>
            <p:nvPr/>
          </p:nvSpPr>
          <p:spPr>
            <a:xfrm>
              <a:off x="6386885" y="2864731"/>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0"/>
            <p:cNvSpPr/>
            <p:nvPr/>
          </p:nvSpPr>
          <p:spPr>
            <a:xfrm>
              <a:off x="6383697" y="2861031"/>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0"/>
            <p:cNvSpPr/>
            <p:nvPr/>
          </p:nvSpPr>
          <p:spPr>
            <a:xfrm>
              <a:off x="6246953" y="3037967"/>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0"/>
            <p:cNvSpPr/>
            <p:nvPr/>
          </p:nvSpPr>
          <p:spPr>
            <a:xfrm>
              <a:off x="6243765" y="3034779"/>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0"/>
            <p:cNvSpPr/>
            <p:nvPr/>
          </p:nvSpPr>
          <p:spPr>
            <a:xfrm>
              <a:off x="6246953" y="3133038"/>
              <a:ext cx="324843" cy="58638"/>
            </a:xfrm>
            <a:custGeom>
              <a:avLst/>
              <a:gdLst/>
              <a:ahLst/>
              <a:cxnLst/>
              <a:rect l="l" t="t" r="r" b="b"/>
              <a:pathLst>
                <a:path w="5706" h="1030" extrusionOk="0">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0"/>
            <p:cNvSpPr/>
            <p:nvPr/>
          </p:nvSpPr>
          <p:spPr>
            <a:xfrm>
              <a:off x="6243765" y="3129850"/>
              <a:ext cx="331731" cy="65526"/>
            </a:xfrm>
            <a:custGeom>
              <a:avLst/>
              <a:gdLst/>
              <a:ahLst/>
              <a:cxnLst/>
              <a:rect l="l" t="t" r="r" b="b"/>
              <a:pathLst>
                <a:path w="5827" h="1151" extrusionOk="0">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0"/>
            <p:cNvSpPr/>
            <p:nvPr/>
          </p:nvSpPr>
          <p:spPr>
            <a:xfrm>
              <a:off x="6362576" y="3211714"/>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0"/>
            <p:cNvSpPr/>
            <p:nvPr/>
          </p:nvSpPr>
          <p:spPr>
            <a:xfrm>
              <a:off x="6608682" y="2809681"/>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0"/>
            <p:cNvSpPr/>
            <p:nvPr/>
          </p:nvSpPr>
          <p:spPr>
            <a:xfrm>
              <a:off x="6608682" y="2809681"/>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0"/>
            <p:cNvSpPr/>
            <p:nvPr/>
          </p:nvSpPr>
          <p:spPr>
            <a:xfrm>
              <a:off x="6131273" y="3328419"/>
              <a:ext cx="460564" cy="268880"/>
            </a:xfrm>
            <a:custGeom>
              <a:avLst/>
              <a:gdLst/>
              <a:ahLst/>
              <a:cxnLst/>
              <a:rect l="l" t="t" r="r" b="b"/>
              <a:pathLst>
                <a:path w="8090" h="4723" extrusionOk="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0"/>
            <p:cNvSpPr/>
            <p:nvPr/>
          </p:nvSpPr>
          <p:spPr>
            <a:xfrm>
              <a:off x="6466643" y="3355346"/>
              <a:ext cx="71903" cy="201248"/>
            </a:xfrm>
            <a:custGeom>
              <a:avLst/>
              <a:gdLst/>
              <a:ahLst/>
              <a:cxnLst/>
              <a:rect l="l" t="t" r="r" b="b"/>
              <a:pathLst>
                <a:path w="1263" h="3535" extrusionOk="0">
                  <a:moveTo>
                    <a:pt x="0" y="1"/>
                  </a:moveTo>
                  <a:lnTo>
                    <a:pt x="0" y="3535"/>
                  </a:lnTo>
                  <a:lnTo>
                    <a:pt x="1262" y="353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0"/>
            <p:cNvSpPr/>
            <p:nvPr/>
          </p:nvSpPr>
          <p:spPr>
            <a:xfrm>
              <a:off x="6463455" y="3352158"/>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0"/>
            <p:cNvSpPr/>
            <p:nvPr/>
          </p:nvSpPr>
          <p:spPr>
            <a:xfrm>
              <a:off x="6365252" y="3443017"/>
              <a:ext cx="71846" cy="113575"/>
            </a:xfrm>
            <a:custGeom>
              <a:avLst/>
              <a:gdLst/>
              <a:ahLst/>
              <a:cxnLst/>
              <a:rect l="l" t="t" r="r" b="b"/>
              <a:pathLst>
                <a:path w="1262" h="1995" extrusionOk="0">
                  <a:moveTo>
                    <a:pt x="0" y="1"/>
                  </a:moveTo>
                  <a:lnTo>
                    <a:pt x="0" y="1995"/>
                  </a:lnTo>
                  <a:lnTo>
                    <a:pt x="1262" y="199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0"/>
            <p:cNvSpPr/>
            <p:nvPr/>
          </p:nvSpPr>
          <p:spPr>
            <a:xfrm>
              <a:off x="6362064" y="3439829"/>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0"/>
            <p:cNvSpPr/>
            <p:nvPr/>
          </p:nvSpPr>
          <p:spPr>
            <a:xfrm>
              <a:off x="6461861" y="3355346"/>
              <a:ext cx="71390" cy="194416"/>
            </a:xfrm>
            <a:custGeom>
              <a:avLst/>
              <a:gdLst/>
              <a:ahLst/>
              <a:cxnLst/>
              <a:rect l="l" t="t" r="r" b="b"/>
              <a:pathLst>
                <a:path w="1254" h="3415" extrusionOk="0">
                  <a:moveTo>
                    <a:pt x="1" y="1"/>
                  </a:moveTo>
                  <a:lnTo>
                    <a:pt x="1" y="3414"/>
                  </a:lnTo>
                  <a:lnTo>
                    <a:pt x="1253" y="3414"/>
                  </a:lnTo>
                  <a:lnTo>
                    <a:pt x="1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0"/>
            <p:cNvSpPr/>
            <p:nvPr/>
          </p:nvSpPr>
          <p:spPr>
            <a:xfrm>
              <a:off x="6458161" y="3352158"/>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0"/>
            <p:cNvSpPr/>
            <p:nvPr/>
          </p:nvSpPr>
          <p:spPr>
            <a:xfrm>
              <a:off x="6359958" y="3443017"/>
              <a:ext cx="71903" cy="106744"/>
            </a:xfrm>
            <a:custGeom>
              <a:avLst/>
              <a:gdLst/>
              <a:ahLst/>
              <a:cxnLst/>
              <a:rect l="l" t="t" r="r" b="b"/>
              <a:pathLst>
                <a:path w="1263" h="1875" extrusionOk="0">
                  <a:moveTo>
                    <a:pt x="1" y="1"/>
                  </a:moveTo>
                  <a:lnTo>
                    <a:pt x="1" y="1874"/>
                  </a:lnTo>
                  <a:lnTo>
                    <a:pt x="1262" y="1874"/>
                  </a:lnTo>
                  <a:lnTo>
                    <a:pt x="12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0"/>
            <p:cNvSpPr/>
            <p:nvPr/>
          </p:nvSpPr>
          <p:spPr>
            <a:xfrm>
              <a:off x="6356770" y="3439829"/>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0"/>
            <p:cNvSpPr/>
            <p:nvPr/>
          </p:nvSpPr>
          <p:spPr>
            <a:xfrm>
              <a:off x="6263292" y="3494765"/>
              <a:ext cx="71903" cy="62395"/>
            </a:xfrm>
            <a:custGeom>
              <a:avLst/>
              <a:gdLst/>
              <a:ahLst/>
              <a:cxnLst/>
              <a:rect l="l" t="t" r="r" b="b"/>
              <a:pathLst>
                <a:path w="1263" h="1096" extrusionOk="0">
                  <a:moveTo>
                    <a:pt x="1" y="1"/>
                  </a:moveTo>
                  <a:lnTo>
                    <a:pt x="1" y="1095"/>
                  </a:lnTo>
                  <a:lnTo>
                    <a:pt x="1263" y="1095"/>
                  </a:lnTo>
                  <a:lnTo>
                    <a:pt x="12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0"/>
            <p:cNvSpPr/>
            <p:nvPr/>
          </p:nvSpPr>
          <p:spPr>
            <a:xfrm>
              <a:off x="6260161" y="3491577"/>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0"/>
            <p:cNvSpPr/>
            <p:nvPr/>
          </p:nvSpPr>
          <p:spPr>
            <a:xfrm>
              <a:off x="6258054" y="3494765"/>
              <a:ext cx="71846" cy="58182"/>
            </a:xfrm>
            <a:custGeom>
              <a:avLst/>
              <a:gdLst/>
              <a:ahLst/>
              <a:cxnLst/>
              <a:rect l="l" t="t" r="r" b="b"/>
              <a:pathLst>
                <a:path w="1262" h="1022" extrusionOk="0">
                  <a:moveTo>
                    <a:pt x="0" y="1"/>
                  </a:moveTo>
                  <a:lnTo>
                    <a:pt x="0" y="1021"/>
                  </a:lnTo>
                  <a:lnTo>
                    <a:pt x="1262" y="1021"/>
                  </a:lnTo>
                  <a:lnTo>
                    <a:pt x="1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0"/>
            <p:cNvSpPr/>
            <p:nvPr/>
          </p:nvSpPr>
          <p:spPr>
            <a:xfrm>
              <a:off x="6254866" y="3491577"/>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0"/>
            <p:cNvSpPr/>
            <p:nvPr/>
          </p:nvSpPr>
          <p:spPr>
            <a:xfrm>
              <a:off x="6166113" y="3528069"/>
              <a:ext cx="71903" cy="29091"/>
            </a:xfrm>
            <a:custGeom>
              <a:avLst/>
              <a:gdLst/>
              <a:ahLst/>
              <a:cxnLst/>
              <a:rect l="l" t="t" r="r" b="b"/>
              <a:pathLst>
                <a:path w="1263" h="511" extrusionOk="0">
                  <a:moveTo>
                    <a:pt x="1" y="0"/>
                  </a:moveTo>
                  <a:lnTo>
                    <a:pt x="1" y="510"/>
                  </a:lnTo>
                  <a:lnTo>
                    <a:pt x="1263" y="510"/>
                  </a:lnTo>
                  <a:lnTo>
                    <a:pt x="1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0"/>
            <p:cNvSpPr/>
            <p:nvPr/>
          </p:nvSpPr>
          <p:spPr>
            <a:xfrm>
              <a:off x="6162470" y="3524369"/>
              <a:ext cx="78734" cy="35923"/>
            </a:xfrm>
            <a:custGeom>
              <a:avLst/>
              <a:gdLst/>
              <a:ahLst/>
              <a:cxnLst/>
              <a:rect l="l" t="t" r="r" b="b"/>
              <a:pathLst>
                <a:path w="1383" h="631" extrusionOk="0">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0"/>
            <p:cNvSpPr/>
            <p:nvPr/>
          </p:nvSpPr>
          <p:spPr>
            <a:xfrm>
              <a:off x="6160876" y="3528069"/>
              <a:ext cx="71846" cy="26985"/>
            </a:xfrm>
            <a:custGeom>
              <a:avLst/>
              <a:gdLst/>
              <a:ahLst/>
              <a:cxnLst/>
              <a:rect l="l" t="t" r="r" b="b"/>
              <a:pathLst>
                <a:path w="1262" h="474" extrusionOk="0">
                  <a:moveTo>
                    <a:pt x="0" y="0"/>
                  </a:moveTo>
                  <a:lnTo>
                    <a:pt x="0" y="473"/>
                  </a:lnTo>
                  <a:lnTo>
                    <a:pt x="1262" y="473"/>
                  </a:lnTo>
                  <a:lnTo>
                    <a:pt x="12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0"/>
            <p:cNvSpPr/>
            <p:nvPr/>
          </p:nvSpPr>
          <p:spPr>
            <a:xfrm>
              <a:off x="6157176" y="3524369"/>
              <a:ext cx="78734" cy="34386"/>
            </a:xfrm>
            <a:custGeom>
              <a:avLst/>
              <a:gdLst/>
              <a:ahLst/>
              <a:cxnLst/>
              <a:rect l="l" t="t" r="r" b="b"/>
              <a:pathLst>
                <a:path w="1383" h="604" extrusionOk="0">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0"/>
            <p:cNvSpPr/>
            <p:nvPr/>
          </p:nvSpPr>
          <p:spPr>
            <a:xfrm>
              <a:off x="6176190" y="3382729"/>
              <a:ext cx="163731" cy="111184"/>
            </a:xfrm>
            <a:custGeom>
              <a:avLst/>
              <a:gdLst/>
              <a:ahLst/>
              <a:cxnLst/>
              <a:rect l="l" t="t" r="r" b="b"/>
              <a:pathLst>
                <a:path w="2876" h="1953" extrusionOk="0">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0"/>
            <p:cNvSpPr/>
            <p:nvPr/>
          </p:nvSpPr>
          <p:spPr>
            <a:xfrm>
              <a:off x="6297108" y="3363259"/>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0"/>
            <p:cNvSpPr/>
            <p:nvPr/>
          </p:nvSpPr>
          <p:spPr>
            <a:xfrm>
              <a:off x="7410929" y="3726638"/>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0"/>
            <p:cNvSpPr/>
            <p:nvPr/>
          </p:nvSpPr>
          <p:spPr>
            <a:xfrm>
              <a:off x="5696618" y="4217195"/>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B6771CA3-33A8-4B3C-8963-91A4B5072DAE}"/>
              </a:ext>
            </a:extLst>
          </p:cNvPr>
          <p:cNvSpPr>
            <a:spLocks noChangeArrowheads="1"/>
          </p:cNvSpPr>
          <p:nvPr/>
        </p:nvSpPr>
        <p:spPr bwMode="auto">
          <a:xfrm>
            <a:off x="6350" y="4763"/>
            <a:ext cx="9118600" cy="5124450"/>
          </a:xfrm>
          <a:prstGeom prst="rect">
            <a:avLst/>
          </a:prstGeom>
          <a:noFill/>
          <a:ln w="12700">
            <a:solidFill>
              <a:schemeClr val="tx1"/>
            </a:solidFill>
            <a:miter lim="800000"/>
            <a:headEnd/>
            <a:tailEnd/>
          </a:ln>
          <a:effectLst/>
        </p:spPr>
        <p:txBody>
          <a:bodyPr wrap="none" anchor="ctr"/>
          <a:lstStyle/>
          <a:p>
            <a:pPr>
              <a:defRPr/>
            </a:pPr>
            <a:endParaRPr lang="en-US" sz="1500"/>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620291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73" r:id="rId4"/>
    <p:sldLayoutId id="2147483674" r:id="rId5"/>
    <p:sldLayoutId id="2147483675" r:id="rId6"/>
    <p:sldLayoutId id="2147483672" r:id="rId7"/>
    <p:sldLayoutId id="2147483654" r:id="rId8"/>
    <p:sldLayoutId id="2147483655" r:id="rId9"/>
    <p:sldLayoutId id="2147483656" r:id="rId10"/>
    <p:sldLayoutId id="2147483665" r:id="rId11"/>
    <p:sldLayoutId id="2147483666" r:id="rId12"/>
    <p:sldLayoutId id="214748367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hemeOverride" Target="../theme/themeOverride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hemeOverride" Target="../theme/themeOverride3.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hemeOverride" Target="../theme/themeOverride4.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hemeOverride" Target="../theme/themeOverride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24"/>
          <p:cNvSpPr txBox="1">
            <a:spLocks noGrp="1"/>
          </p:cNvSpPr>
          <p:nvPr>
            <p:ph type="ctrTitle"/>
          </p:nvPr>
        </p:nvSpPr>
        <p:spPr>
          <a:xfrm>
            <a:off x="713225" y="1252927"/>
            <a:ext cx="4370100" cy="215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900" dirty="0"/>
              <a:t>Software Maitenance</a:t>
            </a:r>
            <a:r>
              <a:rPr lang="en" sz="4600" dirty="0"/>
              <a:t> </a:t>
            </a:r>
            <a:r>
              <a:rPr lang="en-US" sz="3700" b="0" dirty="0"/>
              <a:t>Taxonomy</a:t>
            </a:r>
            <a:endParaRPr sz="3700" b="0" dirty="0"/>
          </a:p>
        </p:txBody>
      </p:sp>
      <p:grpSp>
        <p:nvGrpSpPr>
          <p:cNvPr id="712" name="Google Shape;712;p24"/>
          <p:cNvGrpSpPr/>
          <p:nvPr/>
        </p:nvGrpSpPr>
        <p:grpSpPr>
          <a:xfrm>
            <a:off x="5148240" y="1213448"/>
            <a:ext cx="3374953" cy="2676564"/>
            <a:chOff x="5148240" y="1213448"/>
            <a:chExt cx="3374953" cy="2676564"/>
          </a:xfrm>
        </p:grpSpPr>
        <p:grpSp>
          <p:nvGrpSpPr>
            <p:cNvPr id="713" name="Google Shape;713;p24"/>
            <p:cNvGrpSpPr/>
            <p:nvPr/>
          </p:nvGrpSpPr>
          <p:grpSpPr>
            <a:xfrm>
              <a:off x="8384122" y="2614871"/>
              <a:ext cx="139071" cy="139071"/>
              <a:chOff x="5448853" y="3419595"/>
              <a:chExt cx="78736" cy="78736"/>
            </a:xfrm>
          </p:grpSpPr>
          <p:sp>
            <p:nvSpPr>
              <p:cNvPr id="714" name="Google Shape;714;p24"/>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4"/>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4"/>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4"/>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4"/>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4"/>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4"/>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4"/>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2" name="Google Shape;722;p24"/>
            <p:cNvSpPr/>
            <p:nvPr/>
          </p:nvSpPr>
          <p:spPr>
            <a:xfrm>
              <a:off x="6756905" y="3331665"/>
              <a:ext cx="323574" cy="155533"/>
            </a:xfrm>
            <a:custGeom>
              <a:avLst/>
              <a:gdLst/>
              <a:ahLst/>
              <a:cxnLst/>
              <a:rect l="l" t="t" r="r" b="b"/>
              <a:pathLst>
                <a:path w="5484" h="2636" extrusionOk="0">
                  <a:moveTo>
                    <a:pt x="66" y="1"/>
                  </a:moveTo>
                  <a:cubicBezTo>
                    <a:pt x="29" y="1"/>
                    <a:pt x="1" y="19"/>
                    <a:pt x="1" y="56"/>
                  </a:cubicBezTo>
                  <a:lnTo>
                    <a:pt x="1" y="520"/>
                  </a:lnTo>
                  <a:cubicBezTo>
                    <a:pt x="1" y="548"/>
                    <a:pt x="29" y="576"/>
                    <a:pt x="66" y="576"/>
                  </a:cubicBezTo>
                  <a:cubicBezTo>
                    <a:pt x="94" y="576"/>
                    <a:pt x="121" y="548"/>
                    <a:pt x="121" y="520"/>
                  </a:cubicBezTo>
                  <a:lnTo>
                    <a:pt x="121" y="56"/>
                  </a:lnTo>
                  <a:cubicBezTo>
                    <a:pt x="121" y="19"/>
                    <a:pt x="94" y="1"/>
                    <a:pt x="66" y="1"/>
                  </a:cubicBezTo>
                  <a:close/>
                  <a:moveTo>
                    <a:pt x="66" y="928"/>
                  </a:moveTo>
                  <a:cubicBezTo>
                    <a:pt x="29" y="928"/>
                    <a:pt x="1" y="947"/>
                    <a:pt x="1" y="984"/>
                  </a:cubicBezTo>
                  <a:lnTo>
                    <a:pt x="1" y="1448"/>
                  </a:lnTo>
                  <a:cubicBezTo>
                    <a:pt x="1" y="1476"/>
                    <a:pt x="29" y="1503"/>
                    <a:pt x="66" y="1503"/>
                  </a:cubicBezTo>
                  <a:cubicBezTo>
                    <a:pt x="94" y="1503"/>
                    <a:pt x="121" y="1476"/>
                    <a:pt x="121" y="1448"/>
                  </a:cubicBezTo>
                  <a:lnTo>
                    <a:pt x="121" y="984"/>
                  </a:lnTo>
                  <a:cubicBezTo>
                    <a:pt x="121" y="947"/>
                    <a:pt x="94" y="928"/>
                    <a:pt x="66" y="928"/>
                  </a:cubicBezTo>
                  <a:close/>
                  <a:moveTo>
                    <a:pt x="66" y="1856"/>
                  </a:moveTo>
                  <a:cubicBezTo>
                    <a:pt x="29" y="1856"/>
                    <a:pt x="1" y="1875"/>
                    <a:pt x="1" y="1912"/>
                  </a:cubicBezTo>
                  <a:lnTo>
                    <a:pt x="1" y="2375"/>
                  </a:lnTo>
                  <a:cubicBezTo>
                    <a:pt x="1" y="2403"/>
                    <a:pt x="29" y="2431"/>
                    <a:pt x="66" y="2431"/>
                  </a:cubicBezTo>
                  <a:cubicBezTo>
                    <a:pt x="94" y="2431"/>
                    <a:pt x="121" y="2403"/>
                    <a:pt x="121" y="2375"/>
                  </a:cubicBezTo>
                  <a:lnTo>
                    <a:pt x="121" y="1912"/>
                  </a:lnTo>
                  <a:cubicBezTo>
                    <a:pt x="121" y="1875"/>
                    <a:pt x="94" y="1856"/>
                    <a:pt x="66" y="1856"/>
                  </a:cubicBezTo>
                  <a:close/>
                  <a:moveTo>
                    <a:pt x="316" y="2524"/>
                  </a:moveTo>
                  <a:cubicBezTo>
                    <a:pt x="288" y="2524"/>
                    <a:pt x="260" y="2552"/>
                    <a:pt x="260" y="2580"/>
                  </a:cubicBezTo>
                  <a:cubicBezTo>
                    <a:pt x="260" y="2617"/>
                    <a:pt x="288" y="2635"/>
                    <a:pt x="316" y="2635"/>
                  </a:cubicBezTo>
                  <a:lnTo>
                    <a:pt x="780" y="2635"/>
                  </a:lnTo>
                  <a:cubicBezTo>
                    <a:pt x="817" y="2635"/>
                    <a:pt x="845" y="2617"/>
                    <a:pt x="845" y="2580"/>
                  </a:cubicBezTo>
                  <a:cubicBezTo>
                    <a:pt x="845" y="2552"/>
                    <a:pt x="817" y="2524"/>
                    <a:pt x="780" y="2524"/>
                  </a:cubicBezTo>
                  <a:close/>
                  <a:moveTo>
                    <a:pt x="1244" y="2524"/>
                  </a:moveTo>
                  <a:cubicBezTo>
                    <a:pt x="1216" y="2524"/>
                    <a:pt x="1188" y="2552"/>
                    <a:pt x="1188" y="2580"/>
                  </a:cubicBezTo>
                  <a:cubicBezTo>
                    <a:pt x="1188" y="2617"/>
                    <a:pt x="1216" y="2635"/>
                    <a:pt x="1244" y="2635"/>
                  </a:cubicBezTo>
                  <a:lnTo>
                    <a:pt x="1708" y="2635"/>
                  </a:lnTo>
                  <a:cubicBezTo>
                    <a:pt x="1745" y="2635"/>
                    <a:pt x="1773" y="2617"/>
                    <a:pt x="1773" y="2580"/>
                  </a:cubicBezTo>
                  <a:cubicBezTo>
                    <a:pt x="1773" y="2552"/>
                    <a:pt x="1745" y="2524"/>
                    <a:pt x="1708" y="2524"/>
                  </a:cubicBezTo>
                  <a:close/>
                  <a:moveTo>
                    <a:pt x="2171" y="2524"/>
                  </a:moveTo>
                  <a:cubicBezTo>
                    <a:pt x="2144" y="2524"/>
                    <a:pt x="2116" y="2552"/>
                    <a:pt x="2116" y="2580"/>
                  </a:cubicBezTo>
                  <a:cubicBezTo>
                    <a:pt x="2116" y="2617"/>
                    <a:pt x="2144" y="2635"/>
                    <a:pt x="2171" y="2635"/>
                  </a:cubicBezTo>
                  <a:lnTo>
                    <a:pt x="2635" y="2635"/>
                  </a:lnTo>
                  <a:cubicBezTo>
                    <a:pt x="2672" y="2635"/>
                    <a:pt x="2700" y="2617"/>
                    <a:pt x="2700" y="2580"/>
                  </a:cubicBezTo>
                  <a:cubicBezTo>
                    <a:pt x="2700" y="2552"/>
                    <a:pt x="2672" y="2524"/>
                    <a:pt x="2635" y="2524"/>
                  </a:cubicBezTo>
                  <a:close/>
                  <a:moveTo>
                    <a:pt x="3099" y="2524"/>
                  </a:moveTo>
                  <a:cubicBezTo>
                    <a:pt x="3071" y="2524"/>
                    <a:pt x="3043" y="2552"/>
                    <a:pt x="3043" y="2580"/>
                  </a:cubicBezTo>
                  <a:cubicBezTo>
                    <a:pt x="3043" y="2617"/>
                    <a:pt x="3071" y="2635"/>
                    <a:pt x="3099" y="2635"/>
                  </a:cubicBezTo>
                  <a:lnTo>
                    <a:pt x="3563" y="2635"/>
                  </a:lnTo>
                  <a:cubicBezTo>
                    <a:pt x="3600" y="2635"/>
                    <a:pt x="3628" y="2617"/>
                    <a:pt x="3628" y="2580"/>
                  </a:cubicBezTo>
                  <a:cubicBezTo>
                    <a:pt x="3628" y="2552"/>
                    <a:pt x="3600" y="2524"/>
                    <a:pt x="3563" y="2524"/>
                  </a:cubicBezTo>
                  <a:close/>
                  <a:moveTo>
                    <a:pt x="4027" y="2524"/>
                  </a:moveTo>
                  <a:cubicBezTo>
                    <a:pt x="3999" y="2524"/>
                    <a:pt x="3971" y="2552"/>
                    <a:pt x="3971" y="2580"/>
                  </a:cubicBezTo>
                  <a:cubicBezTo>
                    <a:pt x="3971" y="2617"/>
                    <a:pt x="3999" y="2635"/>
                    <a:pt x="4027" y="2635"/>
                  </a:cubicBezTo>
                  <a:lnTo>
                    <a:pt x="4491" y="2635"/>
                  </a:lnTo>
                  <a:cubicBezTo>
                    <a:pt x="4528" y="2635"/>
                    <a:pt x="4556" y="2617"/>
                    <a:pt x="4556" y="2580"/>
                  </a:cubicBezTo>
                  <a:cubicBezTo>
                    <a:pt x="4556" y="2552"/>
                    <a:pt x="4528" y="2524"/>
                    <a:pt x="4491" y="2524"/>
                  </a:cubicBezTo>
                  <a:close/>
                  <a:moveTo>
                    <a:pt x="4954" y="2524"/>
                  </a:moveTo>
                  <a:cubicBezTo>
                    <a:pt x="4927" y="2524"/>
                    <a:pt x="4899" y="2552"/>
                    <a:pt x="4899" y="2580"/>
                  </a:cubicBezTo>
                  <a:cubicBezTo>
                    <a:pt x="4899" y="2617"/>
                    <a:pt x="4927" y="2635"/>
                    <a:pt x="4954" y="2635"/>
                  </a:cubicBezTo>
                  <a:lnTo>
                    <a:pt x="5418" y="2635"/>
                  </a:lnTo>
                  <a:cubicBezTo>
                    <a:pt x="5455" y="2635"/>
                    <a:pt x="5483" y="2617"/>
                    <a:pt x="5483" y="2580"/>
                  </a:cubicBezTo>
                  <a:cubicBezTo>
                    <a:pt x="5483" y="2552"/>
                    <a:pt x="5455" y="2524"/>
                    <a:pt x="5418" y="252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4"/>
            <p:cNvSpPr/>
            <p:nvPr/>
          </p:nvSpPr>
          <p:spPr>
            <a:xfrm>
              <a:off x="6048099" y="1992822"/>
              <a:ext cx="6608" cy="77235"/>
            </a:xfrm>
            <a:custGeom>
              <a:avLst/>
              <a:gdLst/>
              <a:ahLst/>
              <a:cxnLst/>
              <a:rect l="l" t="t" r="r" b="b"/>
              <a:pathLst>
                <a:path w="112" h="1309" extrusionOk="0">
                  <a:moveTo>
                    <a:pt x="56" y="1"/>
                  </a:moveTo>
                  <a:cubicBezTo>
                    <a:pt x="28" y="1"/>
                    <a:pt x="0" y="29"/>
                    <a:pt x="0" y="66"/>
                  </a:cubicBezTo>
                  <a:lnTo>
                    <a:pt x="0" y="326"/>
                  </a:lnTo>
                  <a:cubicBezTo>
                    <a:pt x="0" y="353"/>
                    <a:pt x="28" y="381"/>
                    <a:pt x="56" y="381"/>
                  </a:cubicBezTo>
                  <a:cubicBezTo>
                    <a:pt x="93" y="381"/>
                    <a:pt x="112" y="353"/>
                    <a:pt x="112" y="326"/>
                  </a:cubicBezTo>
                  <a:lnTo>
                    <a:pt x="112" y="66"/>
                  </a:lnTo>
                  <a:cubicBezTo>
                    <a:pt x="112" y="29"/>
                    <a:pt x="93" y="1"/>
                    <a:pt x="56" y="1"/>
                  </a:cubicBezTo>
                  <a:close/>
                  <a:moveTo>
                    <a:pt x="56" y="734"/>
                  </a:moveTo>
                  <a:cubicBezTo>
                    <a:pt x="28" y="734"/>
                    <a:pt x="0" y="752"/>
                    <a:pt x="0" y="789"/>
                  </a:cubicBezTo>
                  <a:lnTo>
                    <a:pt x="0" y="1253"/>
                  </a:lnTo>
                  <a:cubicBezTo>
                    <a:pt x="0" y="1281"/>
                    <a:pt x="28" y="1309"/>
                    <a:pt x="56" y="1309"/>
                  </a:cubicBezTo>
                  <a:cubicBezTo>
                    <a:pt x="93" y="1309"/>
                    <a:pt x="112" y="1281"/>
                    <a:pt x="112" y="1253"/>
                  </a:cubicBezTo>
                  <a:lnTo>
                    <a:pt x="112" y="789"/>
                  </a:lnTo>
                  <a:cubicBezTo>
                    <a:pt x="112" y="752"/>
                    <a:pt x="93" y="734"/>
                    <a:pt x="56" y="7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4"/>
            <p:cNvSpPr/>
            <p:nvPr/>
          </p:nvSpPr>
          <p:spPr>
            <a:xfrm>
              <a:off x="6344236" y="1821005"/>
              <a:ext cx="327350" cy="131400"/>
            </a:xfrm>
            <a:custGeom>
              <a:avLst/>
              <a:gdLst/>
              <a:ahLst/>
              <a:cxnLst/>
              <a:rect l="l" t="t" r="r" b="b"/>
              <a:pathLst>
                <a:path w="5548" h="2227" extrusionOk="0">
                  <a:moveTo>
                    <a:pt x="56" y="0"/>
                  </a:moveTo>
                  <a:cubicBezTo>
                    <a:pt x="28" y="0"/>
                    <a:pt x="0" y="28"/>
                    <a:pt x="0" y="56"/>
                  </a:cubicBezTo>
                  <a:cubicBezTo>
                    <a:pt x="0" y="93"/>
                    <a:pt x="28" y="111"/>
                    <a:pt x="56" y="111"/>
                  </a:cubicBezTo>
                  <a:lnTo>
                    <a:pt x="520" y="111"/>
                  </a:lnTo>
                  <a:cubicBezTo>
                    <a:pt x="557" y="111"/>
                    <a:pt x="585" y="93"/>
                    <a:pt x="585" y="56"/>
                  </a:cubicBezTo>
                  <a:cubicBezTo>
                    <a:pt x="585" y="28"/>
                    <a:pt x="557" y="0"/>
                    <a:pt x="520" y="0"/>
                  </a:cubicBezTo>
                  <a:close/>
                  <a:moveTo>
                    <a:pt x="983" y="0"/>
                  </a:moveTo>
                  <a:cubicBezTo>
                    <a:pt x="956" y="0"/>
                    <a:pt x="928" y="28"/>
                    <a:pt x="928" y="56"/>
                  </a:cubicBezTo>
                  <a:cubicBezTo>
                    <a:pt x="928" y="93"/>
                    <a:pt x="956" y="111"/>
                    <a:pt x="983" y="111"/>
                  </a:cubicBezTo>
                  <a:lnTo>
                    <a:pt x="1447" y="111"/>
                  </a:lnTo>
                  <a:cubicBezTo>
                    <a:pt x="1484" y="111"/>
                    <a:pt x="1512" y="93"/>
                    <a:pt x="1512" y="56"/>
                  </a:cubicBezTo>
                  <a:cubicBezTo>
                    <a:pt x="1512" y="28"/>
                    <a:pt x="1484" y="0"/>
                    <a:pt x="1447" y="0"/>
                  </a:cubicBezTo>
                  <a:close/>
                  <a:moveTo>
                    <a:pt x="1911" y="0"/>
                  </a:moveTo>
                  <a:cubicBezTo>
                    <a:pt x="1883" y="0"/>
                    <a:pt x="1855" y="28"/>
                    <a:pt x="1855" y="56"/>
                  </a:cubicBezTo>
                  <a:cubicBezTo>
                    <a:pt x="1855" y="93"/>
                    <a:pt x="1883" y="111"/>
                    <a:pt x="1911" y="111"/>
                  </a:cubicBezTo>
                  <a:lnTo>
                    <a:pt x="2375" y="111"/>
                  </a:lnTo>
                  <a:cubicBezTo>
                    <a:pt x="2412" y="111"/>
                    <a:pt x="2440" y="93"/>
                    <a:pt x="2440" y="56"/>
                  </a:cubicBezTo>
                  <a:cubicBezTo>
                    <a:pt x="2440" y="28"/>
                    <a:pt x="2412" y="0"/>
                    <a:pt x="2375" y="0"/>
                  </a:cubicBezTo>
                  <a:close/>
                  <a:moveTo>
                    <a:pt x="2839" y="0"/>
                  </a:moveTo>
                  <a:cubicBezTo>
                    <a:pt x="2811" y="0"/>
                    <a:pt x="2783" y="28"/>
                    <a:pt x="2783" y="56"/>
                  </a:cubicBezTo>
                  <a:cubicBezTo>
                    <a:pt x="2783" y="93"/>
                    <a:pt x="2811" y="111"/>
                    <a:pt x="2839" y="111"/>
                  </a:cubicBezTo>
                  <a:lnTo>
                    <a:pt x="3303" y="111"/>
                  </a:lnTo>
                  <a:cubicBezTo>
                    <a:pt x="3340" y="111"/>
                    <a:pt x="3368" y="93"/>
                    <a:pt x="3368" y="56"/>
                  </a:cubicBezTo>
                  <a:cubicBezTo>
                    <a:pt x="3368" y="28"/>
                    <a:pt x="3340" y="0"/>
                    <a:pt x="3303" y="0"/>
                  </a:cubicBezTo>
                  <a:close/>
                  <a:moveTo>
                    <a:pt x="3766" y="0"/>
                  </a:moveTo>
                  <a:cubicBezTo>
                    <a:pt x="3739" y="0"/>
                    <a:pt x="3711" y="19"/>
                    <a:pt x="3711" y="56"/>
                  </a:cubicBezTo>
                  <a:cubicBezTo>
                    <a:pt x="3711" y="93"/>
                    <a:pt x="3739" y="111"/>
                    <a:pt x="3766" y="111"/>
                  </a:cubicBezTo>
                  <a:lnTo>
                    <a:pt x="3850" y="111"/>
                  </a:lnTo>
                  <a:lnTo>
                    <a:pt x="3850" y="380"/>
                  </a:lnTo>
                  <a:cubicBezTo>
                    <a:pt x="3850" y="418"/>
                    <a:pt x="3878" y="436"/>
                    <a:pt x="3906" y="436"/>
                  </a:cubicBezTo>
                  <a:cubicBezTo>
                    <a:pt x="3943" y="436"/>
                    <a:pt x="3971" y="418"/>
                    <a:pt x="3971" y="380"/>
                  </a:cubicBezTo>
                  <a:lnTo>
                    <a:pt x="3971" y="56"/>
                  </a:lnTo>
                  <a:cubicBezTo>
                    <a:pt x="3971" y="19"/>
                    <a:pt x="3943" y="0"/>
                    <a:pt x="3906" y="0"/>
                  </a:cubicBezTo>
                  <a:close/>
                  <a:moveTo>
                    <a:pt x="3906" y="789"/>
                  </a:moveTo>
                  <a:cubicBezTo>
                    <a:pt x="3878" y="789"/>
                    <a:pt x="3850" y="816"/>
                    <a:pt x="3850" y="844"/>
                  </a:cubicBezTo>
                  <a:lnTo>
                    <a:pt x="3850" y="1308"/>
                  </a:lnTo>
                  <a:cubicBezTo>
                    <a:pt x="3850" y="1345"/>
                    <a:pt x="3878" y="1364"/>
                    <a:pt x="3906" y="1364"/>
                  </a:cubicBezTo>
                  <a:cubicBezTo>
                    <a:pt x="3943" y="1364"/>
                    <a:pt x="3971" y="1345"/>
                    <a:pt x="3971" y="1308"/>
                  </a:cubicBezTo>
                  <a:lnTo>
                    <a:pt x="3971" y="844"/>
                  </a:lnTo>
                  <a:cubicBezTo>
                    <a:pt x="3971" y="816"/>
                    <a:pt x="3943" y="789"/>
                    <a:pt x="3906" y="789"/>
                  </a:cubicBezTo>
                  <a:close/>
                  <a:moveTo>
                    <a:pt x="3906" y="1716"/>
                  </a:moveTo>
                  <a:cubicBezTo>
                    <a:pt x="3878" y="1716"/>
                    <a:pt x="3850" y="1744"/>
                    <a:pt x="3850" y="1772"/>
                  </a:cubicBezTo>
                  <a:lnTo>
                    <a:pt x="3850" y="2162"/>
                  </a:lnTo>
                  <a:cubicBezTo>
                    <a:pt x="3850" y="2199"/>
                    <a:pt x="3878" y="2227"/>
                    <a:pt x="3906" y="2227"/>
                  </a:cubicBezTo>
                  <a:lnTo>
                    <a:pt x="3980" y="2227"/>
                  </a:lnTo>
                  <a:cubicBezTo>
                    <a:pt x="4017" y="2227"/>
                    <a:pt x="4035" y="2199"/>
                    <a:pt x="4035" y="2162"/>
                  </a:cubicBezTo>
                  <a:cubicBezTo>
                    <a:pt x="4035" y="2134"/>
                    <a:pt x="4017" y="2106"/>
                    <a:pt x="3980" y="2106"/>
                  </a:cubicBezTo>
                  <a:lnTo>
                    <a:pt x="3971" y="2106"/>
                  </a:lnTo>
                  <a:lnTo>
                    <a:pt x="3971" y="1772"/>
                  </a:lnTo>
                  <a:cubicBezTo>
                    <a:pt x="3971" y="1744"/>
                    <a:pt x="3943" y="1716"/>
                    <a:pt x="3906" y="1716"/>
                  </a:cubicBezTo>
                  <a:close/>
                  <a:moveTo>
                    <a:pt x="4444" y="2106"/>
                  </a:moveTo>
                  <a:cubicBezTo>
                    <a:pt x="4416" y="2106"/>
                    <a:pt x="4388" y="2134"/>
                    <a:pt x="4388" y="2162"/>
                  </a:cubicBezTo>
                  <a:cubicBezTo>
                    <a:pt x="4388" y="2199"/>
                    <a:pt x="4416" y="2227"/>
                    <a:pt x="4444" y="2227"/>
                  </a:cubicBezTo>
                  <a:lnTo>
                    <a:pt x="4907" y="2227"/>
                  </a:lnTo>
                  <a:cubicBezTo>
                    <a:pt x="4945" y="2227"/>
                    <a:pt x="4963" y="2199"/>
                    <a:pt x="4963" y="2162"/>
                  </a:cubicBezTo>
                  <a:cubicBezTo>
                    <a:pt x="4963" y="2134"/>
                    <a:pt x="4945" y="2106"/>
                    <a:pt x="4907" y="2106"/>
                  </a:cubicBezTo>
                  <a:close/>
                  <a:moveTo>
                    <a:pt x="5371" y="2106"/>
                  </a:moveTo>
                  <a:cubicBezTo>
                    <a:pt x="5343" y="2106"/>
                    <a:pt x="5316" y="2134"/>
                    <a:pt x="5316" y="2162"/>
                  </a:cubicBezTo>
                  <a:cubicBezTo>
                    <a:pt x="5316" y="2199"/>
                    <a:pt x="5343" y="2227"/>
                    <a:pt x="5371" y="2227"/>
                  </a:cubicBezTo>
                  <a:lnTo>
                    <a:pt x="5492" y="2227"/>
                  </a:lnTo>
                  <a:cubicBezTo>
                    <a:pt x="5520" y="2227"/>
                    <a:pt x="5548" y="2199"/>
                    <a:pt x="5548" y="2162"/>
                  </a:cubicBezTo>
                  <a:cubicBezTo>
                    <a:pt x="5548" y="2134"/>
                    <a:pt x="5520" y="2106"/>
                    <a:pt x="5492" y="21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4"/>
            <p:cNvSpPr/>
            <p:nvPr/>
          </p:nvSpPr>
          <p:spPr>
            <a:xfrm>
              <a:off x="7379802" y="2174552"/>
              <a:ext cx="423171" cy="165917"/>
            </a:xfrm>
            <a:custGeom>
              <a:avLst/>
              <a:gdLst/>
              <a:ahLst/>
              <a:cxnLst/>
              <a:rect l="l" t="t" r="r" b="b"/>
              <a:pathLst>
                <a:path w="7172" h="2812" extrusionOk="0">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4"/>
            <p:cNvSpPr/>
            <p:nvPr/>
          </p:nvSpPr>
          <p:spPr>
            <a:xfrm>
              <a:off x="7580708" y="2958941"/>
              <a:ext cx="85437" cy="160430"/>
            </a:xfrm>
            <a:custGeom>
              <a:avLst/>
              <a:gdLst/>
              <a:ahLst/>
              <a:cxnLst/>
              <a:rect l="l" t="t" r="r" b="b"/>
              <a:pathLst>
                <a:path w="1448" h="2719" extrusionOk="0">
                  <a:moveTo>
                    <a:pt x="1392" y="0"/>
                  </a:moveTo>
                  <a:cubicBezTo>
                    <a:pt x="1364" y="0"/>
                    <a:pt x="1336" y="28"/>
                    <a:pt x="1336" y="65"/>
                  </a:cubicBezTo>
                  <a:lnTo>
                    <a:pt x="1336" y="529"/>
                  </a:lnTo>
                  <a:cubicBezTo>
                    <a:pt x="1336" y="557"/>
                    <a:pt x="1364" y="585"/>
                    <a:pt x="1392" y="585"/>
                  </a:cubicBezTo>
                  <a:cubicBezTo>
                    <a:pt x="1429" y="585"/>
                    <a:pt x="1447" y="557"/>
                    <a:pt x="1447" y="529"/>
                  </a:cubicBezTo>
                  <a:lnTo>
                    <a:pt x="1447" y="65"/>
                  </a:lnTo>
                  <a:cubicBezTo>
                    <a:pt x="1447" y="28"/>
                    <a:pt x="1429" y="0"/>
                    <a:pt x="1392" y="0"/>
                  </a:cubicBezTo>
                  <a:close/>
                  <a:moveTo>
                    <a:pt x="1392" y="928"/>
                  </a:moveTo>
                  <a:cubicBezTo>
                    <a:pt x="1364" y="928"/>
                    <a:pt x="1336" y="956"/>
                    <a:pt x="1336" y="993"/>
                  </a:cubicBezTo>
                  <a:lnTo>
                    <a:pt x="1336" y="1457"/>
                  </a:lnTo>
                  <a:cubicBezTo>
                    <a:pt x="1336" y="1485"/>
                    <a:pt x="1364" y="1512"/>
                    <a:pt x="1392" y="1512"/>
                  </a:cubicBezTo>
                  <a:cubicBezTo>
                    <a:pt x="1429" y="1512"/>
                    <a:pt x="1447" y="1485"/>
                    <a:pt x="1447" y="1457"/>
                  </a:cubicBezTo>
                  <a:lnTo>
                    <a:pt x="1447" y="993"/>
                  </a:lnTo>
                  <a:cubicBezTo>
                    <a:pt x="1447" y="956"/>
                    <a:pt x="1429" y="928"/>
                    <a:pt x="1392" y="928"/>
                  </a:cubicBezTo>
                  <a:close/>
                  <a:moveTo>
                    <a:pt x="520" y="1447"/>
                  </a:moveTo>
                  <a:cubicBezTo>
                    <a:pt x="483" y="1447"/>
                    <a:pt x="455" y="1475"/>
                    <a:pt x="455" y="1503"/>
                  </a:cubicBezTo>
                  <a:cubicBezTo>
                    <a:pt x="455" y="1540"/>
                    <a:pt x="483" y="1559"/>
                    <a:pt x="520" y="1559"/>
                  </a:cubicBezTo>
                  <a:lnTo>
                    <a:pt x="983" y="1559"/>
                  </a:lnTo>
                  <a:cubicBezTo>
                    <a:pt x="1011" y="1559"/>
                    <a:pt x="1039" y="1540"/>
                    <a:pt x="1039" y="1503"/>
                  </a:cubicBezTo>
                  <a:cubicBezTo>
                    <a:pt x="1039" y="1475"/>
                    <a:pt x="1011" y="1447"/>
                    <a:pt x="983" y="1447"/>
                  </a:cubicBezTo>
                  <a:close/>
                  <a:moveTo>
                    <a:pt x="56" y="1447"/>
                  </a:moveTo>
                  <a:cubicBezTo>
                    <a:pt x="28" y="1447"/>
                    <a:pt x="0" y="1475"/>
                    <a:pt x="0" y="1503"/>
                  </a:cubicBezTo>
                  <a:lnTo>
                    <a:pt x="0" y="1967"/>
                  </a:lnTo>
                  <a:cubicBezTo>
                    <a:pt x="0" y="2004"/>
                    <a:pt x="28" y="2032"/>
                    <a:pt x="56" y="2032"/>
                  </a:cubicBezTo>
                  <a:cubicBezTo>
                    <a:pt x="93" y="2032"/>
                    <a:pt x="111" y="2004"/>
                    <a:pt x="111" y="1967"/>
                  </a:cubicBezTo>
                  <a:lnTo>
                    <a:pt x="111" y="1503"/>
                  </a:lnTo>
                  <a:cubicBezTo>
                    <a:pt x="111" y="1475"/>
                    <a:pt x="93" y="1447"/>
                    <a:pt x="56" y="1447"/>
                  </a:cubicBezTo>
                  <a:close/>
                  <a:moveTo>
                    <a:pt x="56" y="2375"/>
                  </a:moveTo>
                  <a:cubicBezTo>
                    <a:pt x="28" y="2375"/>
                    <a:pt x="0" y="2403"/>
                    <a:pt x="0" y="2431"/>
                  </a:cubicBezTo>
                  <a:lnTo>
                    <a:pt x="0" y="2653"/>
                  </a:lnTo>
                  <a:cubicBezTo>
                    <a:pt x="0" y="2690"/>
                    <a:pt x="28" y="2718"/>
                    <a:pt x="56" y="2718"/>
                  </a:cubicBezTo>
                  <a:cubicBezTo>
                    <a:pt x="93" y="2718"/>
                    <a:pt x="111" y="2690"/>
                    <a:pt x="111" y="2653"/>
                  </a:cubicBezTo>
                  <a:lnTo>
                    <a:pt x="111" y="2431"/>
                  </a:lnTo>
                  <a:cubicBezTo>
                    <a:pt x="111" y="2403"/>
                    <a:pt x="93" y="2375"/>
                    <a:pt x="56" y="23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4"/>
            <p:cNvSpPr/>
            <p:nvPr/>
          </p:nvSpPr>
          <p:spPr>
            <a:xfrm>
              <a:off x="8240247" y="1261064"/>
              <a:ext cx="108448" cy="108389"/>
            </a:xfrm>
            <a:custGeom>
              <a:avLst/>
              <a:gdLst/>
              <a:ahLst/>
              <a:cxnLst/>
              <a:rect l="l" t="t" r="r" b="b"/>
              <a:pathLst>
                <a:path w="1838" h="1837" extrusionOk="0">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4"/>
            <p:cNvSpPr/>
            <p:nvPr/>
          </p:nvSpPr>
          <p:spPr>
            <a:xfrm>
              <a:off x="6505138" y="1371577"/>
              <a:ext cx="121547" cy="121075"/>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4"/>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4"/>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4"/>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4"/>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4"/>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4"/>
            <p:cNvSpPr/>
            <p:nvPr/>
          </p:nvSpPr>
          <p:spPr>
            <a:xfrm>
              <a:off x="5442194" y="1567291"/>
              <a:ext cx="33986" cy="33160"/>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4"/>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4"/>
            <p:cNvSpPr/>
            <p:nvPr/>
          </p:nvSpPr>
          <p:spPr>
            <a:xfrm>
              <a:off x="5509517" y="1499968"/>
              <a:ext cx="33986" cy="33160"/>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4"/>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4"/>
            <p:cNvSpPr/>
            <p:nvPr/>
          </p:nvSpPr>
          <p:spPr>
            <a:xfrm>
              <a:off x="5442194" y="1499968"/>
              <a:ext cx="33986" cy="33160"/>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4"/>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4"/>
            <p:cNvSpPr/>
            <p:nvPr/>
          </p:nvSpPr>
          <p:spPr>
            <a:xfrm>
              <a:off x="5509517" y="1567291"/>
              <a:ext cx="33986" cy="33160"/>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4"/>
            <p:cNvSpPr/>
            <p:nvPr/>
          </p:nvSpPr>
          <p:spPr>
            <a:xfrm>
              <a:off x="8380379" y="2008694"/>
              <a:ext cx="26315" cy="25784"/>
            </a:xfrm>
            <a:custGeom>
              <a:avLst/>
              <a:gdLst/>
              <a:ahLst/>
              <a:cxnLst/>
              <a:rect l="l" t="t" r="r" b="b"/>
              <a:pathLst>
                <a:path w="446" h="437" extrusionOk="0">
                  <a:moveTo>
                    <a:pt x="0" y="437"/>
                  </a:moveTo>
                  <a:lnTo>
                    <a:pt x="446"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4"/>
            <p:cNvSpPr/>
            <p:nvPr/>
          </p:nvSpPr>
          <p:spPr>
            <a:xfrm>
              <a:off x="8380379" y="1940840"/>
              <a:ext cx="26315" cy="26315"/>
            </a:xfrm>
            <a:custGeom>
              <a:avLst/>
              <a:gdLst/>
              <a:ahLst/>
              <a:cxnLst/>
              <a:rect l="l" t="t" r="r" b="b"/>
              <a:pathLst>
                <a:path w="446" h="446" extrusionOk="0">
                  <a:moveTo>
                    <a:pt x="0" y="1"/>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4"/>
            <p:cNvSpPr/>
            <p:nvPr/>
          </p:nvSpPr>
          <p:spPr>
            <a:xfrm>
              <a:off x="7173999" y="2893271"/>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4"/>
            <p:cNvSpPr/>
            <p:nvPr/>
          </p:nvSpPr>
          <p:spPr>
            <a:xfrm>
              <a:off x="7173999" y="2988502"/>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4"/>
            <p:cNvSpPr/>
            <p:nvPr/>
          </p:nvSpPr>
          <p:spPr>
            <a:xfrm>
              <a:off x="7203028"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4"/>
            <p:cNvSpPr/>
            <p:nvPr/>
          </p:nvSpPr>
          <p:spPr>
            <a:xfrm>
              <a:off x="7107797"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4"/>
            <p:cNvSpPr/>
            <p:nvPr/>
          </p:nvSpPr>
          <p:spPr>
            <a:xfrm>
              <a:off x="7130750" y="2983015"/>
              <a:ext cx="25784" cy="26315"/>
            </a:xfrm>
            <a:custGeom>
              <a:avLst/>
              <a:gdLst/>
              <a:ahLst/>
              <a:cxnLst/>
              <a:rect l="l" t="t" r="r" b="b"/>
              <a:pathLst>
                <a:path w="437" h="446" extrusionOk="0">
                  <a:moveTo>
                    <a:pt x="1" y="446"/>
                  </a:moveTo>
                  <a:lnTo>
                    <a:pt x="437"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4"/>
            <p:cNvSpPr/>
            <p:nvPr/>
          </p:nvSpPr>
          <p:spPr>
            <a:xfrm>
              <a:off x="7126914" y="2979592"/>
              <a:ext cx="33986" cy="33573"/>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4"/>
            <p:cNvSpPr/>
            <p:nvPr/>
          </p:nvSpPr>
          <p:spPr>
            <a:xfrm>
              <a:off x="7198072" y="2915692"/>
              <a:ext cx="26374" cy="26315"/>
            </a:xfrm>
            <a:custGeom>
              <a:avLst/>
              <a:gdLst/>
              <a:ahLst/>
              <a:cxnLst/>
              <a:rect l="l" t="t" r="r" b="b"/>
              <a:pathLst>
                <a:path w="447" h="446" extrusionOk="0">
                  <a:moveTo>
                    <a:pt x="1" y="446"/>
                  </a:moveTo>
                  <a:lnTo>
                    <a:pt x="446"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4"/>
            <p:cNvSpPr/>
            <p:nvPr/>
          </p:nvSpPr>
          <p:spPr>
            <a:xfrm>
              <a:off x="7194237" y="2912270"/>
              <a:ext cx="33986" cy="33042"/>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4"/>
            <p:cNvSpPr/>
            <p:nvPr/>
          </p:nvSpPr>
          <p:spPr>
            <a:xfrm>
              <a:off x="7130750" y="2915692"/>
              <a:ext cx="25784" cy="26315"/>
            </a:xfrm>
            <a:custGeom>
              <a:avLst/>
              <a:gdLst/>
              <a:ahLst/>
              <a:cxnLst/>
              <a:rect l="l" t="t" r="r" b="b"/>
              <a:pathLst>
                <a:path w="437" h="446" extrusionOk="0">
                  <a:moveTo>
                    <a:pt x="1" y="0"/>
                  </a:moveTo>
                  <a:lnTo>
                    <a:pt x="437"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4"/>
            <p:cNvSpPr/>
            <p:nvPr/>
          </p:nvSpPr>
          <p:spPr>
            <a:xfrm>
              <a:off x="7126914" y="2912270"/>
              <a:ext cx="33986" cy="33042"/>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4"/>
            <p:cNvSpPr/>
            <p:nvPr/>
          </p:nvSpPr>
          <p:spPr>
            <a:xfrm>
              <a:off x="7198072" y="2983015"/>
              <a:ext cx="26374" cy="26315"/>
            </a:xfrm>
            <a:custGeom>
              <a:avLst/>
              <a:gdLst/>
              <a:ahLst/>
              <a:cxnLst/>
              <a:rect l="l" t="t" r="r" b="b"/>
              <a:pathLst>
                <a:path w="447" h="446" extrusionOk="0">
                  <a:moveTo>
                    <a:pt x="1" y="0"/>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4"/>
            <p:cNvSpPr/>
            <p:nvPr/>
          </p:nvSpPr>
          <p:spPr>
            <a:xfrm>
              <a:off x="7194237" y="2979592"/>
              <a:ext cx="33986" cy="33573"/>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4"/>
            <p:cNvSpPr/>
            <p:nvPr/>
          </p:nvSpPr>
          <p:spPr>
            <a:xfrm>
              <a:off x="6401705" y="1879536"/>
              <a:ext cx="52572" cy="52041"/>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4"/>
            <p:cNvSpPr/>
            <p:nvPr/>
          </p:nvSpPr>
          <p:spPr>
            <a:xfrm>
              <a:off x="8286210" y="1697806"/>
              <a:ext cx="47144" cy="47675"/>
            </a:xfrm>
            <a:custGeom>
              <a:avLst/>
              <a:gdLst/>
              <a:ahLst/>
              <a:cxnLst/>
              <a:rect l="l" t="t" r="r" b="b"/>
              <a:pathLst>
                <a:path w="799" h="808" extrusionOk="0">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4"/>
            <p:cNvSpPr/>
            <p:nvPr/>
          </p:nvSpPr>
          <p:spPr>
            <a:xfrm>
              <a:off x="8222723" y="3615765"/>
              <a:ext cx="33455" cy="33455"/>
            </a:xfrm>
            <a:custGeom>
              <a:avLst/>
              <a:gdLst/>
              <a:ahLst/>
              <a:cxnLst/>
              <a:rect l="l" t="t" r="r" b="b"/>
              <a:pathLst>
                <a:path w="567" h="567" extrusionOk="0">
                  <a:moveTo>
                    <a:pt x="288" y="112"/>
                  </a:moveTo>
                  <a:cubicBezTo>
                    <a:pt x="381" y="112"/>
                    <a:pt x="455" y="186"/>
                    <a:pt x="455" y="279"/>
                  </a:cubicBezTo>
                  <a:cubicBezTo>
                    <a:pt x="455" y="371"/>
                    <a:pt x="381" y="445"/>
                    <a:pt x="288" y="445"/>
                  </a:cubicBezTo>
                  <a:cubicBezTo>
                    <a:pt x="196" y="445"/>
                    <a:pt x="121" y="371"/>
                    <a:pt x="121" y="279"/>
                  </a:cubicBezTo>
                  <a:cubicBezTo>
                    <a:pt x="121" y="186"/>
                    <a:pt x="196" y="112"/>
                    <a:pt x="288" y="112"/>
                  </a:cubicBezTo>
                  <a:close/>
                  <a:moveTo>
                    <a:pt x="288" y="0"/>
                  </a:moveTo>
                  <a:cubicBezTo>
                    <a:pt x="131" y="0"/>
                    <a:pt x="1" y="121"/>
                    <a:pt x="1" y="279"/>
                  </a:cubicBezTo>
                  <a:cubicBezTo>
                    <a:pt x="1" y="436"/>
                    <a:pt x="131" y="566"/>
                    <a:pt x="288" y="566"/>
                  </a:cubicBezTo>
                  <a:cubicBezTo>
                    <a:pt x="446" y="566"/>
                    <a:pt x="567" y="436"/>
                    <a:pt x="567" y="279"/>
                  </a:cubicBezTo>
                  <a:cubicBezTo>
                    <a:pt x="567" y="121"/>
                    <a:pt x="437"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4"/>
            <p:cNvSpPr/>
            <p:nvPr/>
          </p:nvSpPr>
          <p:spPr>
            <a:xfrm>
              <a:off x="5649591" y="1243540"/>
              <a:ext cx="33455" cy="32865"/>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4"/>
            <p:cNvSpPr/>
            <p:nvPr/>
          </p:nvSpPr>
          <p:spPr>
            <a:xfrm>
              <a:off x="6843404" y="1371577"/>
              <a:ext cx="517872" cy="515688"/>
            </a:xfrm>
            <a:custGeom>
              <a:avLst/>
              <a:gdLst/>
              <a:ahLst/>
              <a:cxnLst/>
              <a:rect l="l" t="t" r="r" b="b"/>
              <a:pathLst>
                <a:path w="8777" h="8740" extrusionOk="0">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4"/>
            <p:cNvSpPr/>
            <p:nvPr/>
          </p:nvSpPr>
          <p:spPr>
            <a:xfrm>
              <a:off x="7731226" y="2764939"/>
              <a:ext cx="652517" cy="651101"/>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4"/>
            <p:cNvSpPr/>
            <p:nvPr/>
          </p:nvSpPr>
          <p:spPr>
            <a:xfrm>
              <a:off x="5349677" y="3784338"/>
              <a:ext cx="1411122" cy="6608"/>
            </a:xfrm>
            <a:custGeom>
              <a:avLst/>
              <a:gdLst/>
              <a:ahLst/>
              <a:cxnLst/>
              <a:rect l="l" t="t" r="r" b="b"/>
              <a:pathLst>
                <a:path w="23916" h="112" extrusionOk="0">
                  <a:moveTo>
                    <a:pt x="56" y="0"/>
                  </a:moveTo>
                  <a:cubicBezTo>
                    <a:pt x="19" y="0"/>
                    <a:pt x="0" y="19"/>
                    <a:pt x="0" y="56"/>
                  </a:cubicBezTo>
                  <a:cubicBezTo>
                    <a:pt x="0" y="84"/>
                    <a:pt x="19" y="112"/>
                    <a:pt x="56" y="112"/>
                  </a:cubicBezTo>
                  <a:lnTo>
                    <a:pt x="23860" y="112"/>
                  </a:lnTo>
                  <a:cubicBezTo>
                    <a:pt x="23888" y="112"/>
                    <a:pt x="23916" y="84"/>
                    <a:pt x="23916" y="56"/>
                  </a:cubicBezTo>
                  <a:cubicBezTo>
                    <a:pt x="23916" y="19"/>
                    <a:pt x="23888" y="0"/>
                    <a:pt x="238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4"/>
            <p:cNvSpPr/>
            <p:nvPr/>
          </p:nvSpPr>
          <p:spPr>
            <a:xfrm>
              <a:off x="5615133" y="3875734"/>
              <a:ext cx="879679" cy="6608"/>
            </a:xfrm>
            <a:custGeom>
              <a:avLst/>
              <a:gdLst/>
              <a:ahLst/>
              <a:cxnLst/>
              <a:rect l="l" t="t" r="r" b="b"/>
              <a:pathLst>
                <a:path w="14909" h="112" extrusionOk="0">
                  <a:moveTo>
                    <a:pt x="56" y="1"/>
                  </a:moveTo>
                  <a:cubicBezTo>
                    <a:pt x="28" y="1"/>
                    <a:pt x="1" y="28"/>
                    <a:pt x="1" y="56"/>
                  </a:cubicBezTo>
                  <a:cubicBezTo>
                    <a:pt x="1" y="93"/>
                    <a:pt x="28" y="112"/>
                    <a:pt x="56" y="112"/>
                  </a:cubicBezTo>
                  <a:lnTo>
                    <a:pt x="14853" y="112"/>
                  </a:lnTo>
                  <a:cubicBezTo>
                    <a:pt x="14890" y="112"/>
                    <a:pt x="14908" y="93"/>
                    <a:pt x="14908" y="56"/>
                  </a:cubicBezTo>
                  <a:cubicBezTo>
                    <a:pt x="14908" y="28"/>
                    <a:pt x="14890" y="1"/>
                    <a:pt x="148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4"/>
            <p:cNvSpPr/>
            <p:nvPr/>
          </p:nvSpPr>
          <p:spPr>
            <a:xfrm>
              <a:off x="7107207" y="3142854"/>
              <a:ext cx="958508" cy="662902"/>
            </a:xfrm>
            <a:custGeom>
              <a:avLst/>
              <a:gdLst/>
              <a:ahLst/>
              <a:cxnLst/>
              <a:rect l="l" t="t" r="r" b="b"/>
              <a:pathLst>
                <a:path w="16245" h="11235" extrusionOk="0">
                  <a:moveTo>
                    <a:pt x="418" y="0"/>
                  </a:moveTo>
                  <a:cubicBezTo>
                    <a:pt x="186" y="0"/>
                    <a:pt x="1" y="186"/>
                    <a:pt x="1" y="427"/>
                  </a:cubicBezTo>
                  <a:lnTo>
                    <a:pt x="1" y="11086"/>
                  </a:lnTo>
                  <a:cubicBezTo>
                    <a:pt x="1" y="11169"/>
                    <a:pt x="66" y="11234"/>
                    <a:pt x="149" y="11234"/>
                  </a:cubicBezTo>
                  <a:lnTo>
                    <a:pt x="16096" y="11234"/>
                  </a:lnTo>
                  <a:cubicBezTo>
                    <a:pt x="16179" y="11234"/>
                    <a:pt x="16244" y="11169"/>
                    <a:pt x="16244" y="11086"/>
                  </a:cubicBezTo>
                  <a:lnTo>
                    <a:pt x="16244" y="427"/>
                  </a:lnTo>
                  <a:cubicBezTo>
                    <a:pt x="16244" y="186"/>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4"/>
            <p:cNvSpPr/>
            <p:nvPr/>
          </p:nvSpPr>
          <p:spPr>
            <a:xfrm>
              <a:off x="7103372" y="3139550"/>
              <a:ext cx="966178" cy="669451"/>
            </a:xfrm>
            <a:custGeom>
              <a:avLst/>
              <a:gdLst/>
              <a:ahLst/>
              <a:cxnLst/>
              <a:rect l="l" t="t" r="r" b="b"/>
              <a:pathLst>
                <a:path w="16375" h="11346" extrusionOk="0">
                  <a:moveTo>
                    <a:pt x="15883" y="112"/>
                  </a:moveTo>
                  <a:cubicBezTo>
                    <a:pt x="16087" y="112"/>
                    <a:pt x="16254" y="279"/>
                    <a:pt x="16254" y="483"/>
                  </a:cubicBezTo>
                  <a:lnTo>
                    <a:pt x="16254" y="11142"/>
                  </a:lnTo>
                  <a:cubicBezTo>
                    <a:pt x="16254" y="11188"/>
                    <a:pt x="16217" y="11235"/>
                    <a:pt x="16161" y="11235"/>
                  </a:cubicBezTo>
                  <a:lnTo>
                    <a:pt x="205" y="11235"/>
                  </a:lnTo>
                  <a:cubicBezTo>
                    <a:pt x="159" y="11235"/>
                    <a:pt x="121" y="11188"/>
                    <a:pt x="121" y="11142"/>
                  </a:cubicBezTo>
                  <a:lnTo>
                    <a:pt x="121" y="483"/>
                  </a:lnTo>
                  <a:cubicBezTo>
                    <a:pt x="121" y="279"/>
                    <a:pt x="279" y="112"/>
                    <a:pt x="483" y="112"/>
                  </a:cubicBezTo>
                  <a:close/>
                  <a:moveTo>
                    <a:pt x="483" y="1"/>
                  </a:moveTo>
                  <a:cubicBezTo>
                    <a:pt x="224" y="1"/>
                    <a:pt x="1" y="214"/>
                    <a:pt x="1" y="483"/>
                  </a:cubicBezTo>
                  <a:lnTo>
                    <a:pt x="1" y="11142"/>
                  </a:lnTo>
                  <a:cubicBezTo>
                    <a:pt x="1" y="11253"/>
                    <a:pt x="94" y="11346"/>
                    <a:pt x="214" y="11346"/>
                  </a:cubicBezTo>
                  <a:lnTo>
                    <a:pt x="16161" y="11346"/>
                  </a:lnTo>
                  <a:cubicBezTo>
                    <a:pt x="16281" y="11346"/>
                    <a:pt x="16365" y="11253"/>
                    <a:pt x="16374" y="11142"/>
                  </a:cubicBezTo>
                  <a:lnTo>
                    <a:pt x="16374" y="483"/>
                  </a:lnTo>
                  <a:cubicBezTo>
                    <a:pt x="16374" y="214"/>
                    <a:pt x="16152" y="1"/>
                    <a:pt x="15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4"/>
            <p:cNvSpPr/>
            <p:nvPr/>
          </p:nvSpPr>
          <p:spPr>
            <a:xfrm>
              <a:off x="7177303" y="3206342"/>
              <a:ext cx="818316" cy="535927"/>
            </a:xfrm>
            <a:custGeom>
              <a:avLst/>
              <a:gdLst/>
              <a:ahLst/>
              <a:cxnLst/>
              <a:rect l="l" t="t" r="r" b="b"/>
              <a:pathLst>
                <a:path w="13869" h="9083" extrusionOk="0">
                  <a:moveTo>
                    <a:pt x="0" y="0"/>
                  </a:moveTo>
                  <a:lnTo>
                    <a:pt x="0" y="1856"/>
                  </a:lnTo>
                  <a:lnTo>
                    <a:pt x="0" y="7375"/>
                  </a:lnTo>
                  <a:lnTo>
                    <a:pt x="0" y="9082"/>
                  </a:lnTo>
                  <a:lnTo>
                    <a:pt x="13869" y="9082"/>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4"/>
            <p:cNvSpPr/>
            <p:nvPr/>
          </p:nvSpPr>
          <p:spPr>
            <a:xfrm>
              <a:off x="7173468" y="3203038"/>
              <a:ext cx="825455" cy="542476"/>
            </a:xfrm>
            <a:custGeom>
              <a:avLst/>
              <a:gdLst/>
              <a:ahLst/>
              <a:cxnLst/>
              <a:rect l="l" t="t" r="r" b="b"/>
              <a:pathLst>
                <a:path w="13990" h="9194" extrusionOk="0">
                  <a:moveTo>
                    <a:pt x="65" y="1"/>
                  </a:moveTo>
                  <a:cubicBezTo>
                    <a:pt x="28" y="1"/>
                    <a:pt x="0" y="28"/>
                    <a:pt x="0" y="56"/>
                  </a:cubicBezTo>
                  <a:lnTo>
                    <a:pt x="0" y="1912"/>
                  </a:lnTo>
                  <a:cubicBezTo>
                    <a:pt x="0" y="1939"/>
                    <a:pt x="28" y="1967"/>
                    <a:pt x="65" y="1967"/>
                  </a:cubicBezTo>
                  <a:cubicBezTo>
                    <a:pt x="93" y="1967"/>
                    <a:pt x="121" y="1939"/>
                    <a:pt x="121" y="1912"/>
                  </a:cubicBezTo>
                  <a:lnTo>
                    <a:pt x="121" y="112"/>
                  </a:lnTo>
                  <a:lnTo>
                    <a:pt x="13878" y="112"/>
                  </a:lnTo>
                  <a:lnTo>
                    <a:pt x="13878" y="9073"/>
                  </a:lnTo>
                  <a:lnTo>
                    <a:pt x="121" y="9073"/>
                  </a:lnTo>
                  <a:lnTo>
                    <a:pt x="121" y="7431"/>
                  </a:lnTo>
                  <a:cubicBezTo>
                    <a:pt x="121" y="7403"/>
                    <a:pt x="93" y="7376"/>
                    <a:pt x="65" y="7376"/>
                  </a:cubicBezTo>
                  <a:cubicBezTo>
                    <a:pt x="28" y="7376"/>
                    <a:pt x="0" y="7403"/>
                    <a:pt x="0" y="7431"/>
                  </a:cubicBezTo>
                  <a:lnTo>
                    <a:pt x="0" y="9138"/>
                  </a:lnTo>
                  <a:cubicBezTo>
                    <a:pt x="0" y="9166"/>
                    <a:pt x="28" y="9194"/>
                    <a:pt x="65" y="9194"/>
                  </a:cubicBezTo>
                  <a:lnTo>
                    <a:pt x="13934" y="9194"/>
                  </a:lnTo>
                  <a:cubicBezTo>
                    <a:pt x="13971" y="9194"/>
                    <a:pt x="13990" y="9166"/>
                    <a:pt x="13990" y="9138"/>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4"/>
            <p:cNvSpPr/>
            <p:nvPr/>
          </p:nvSpPr>
          <p:spPr>
            <a:xfrm>
              <a:off x="7173468" y="3369427"/>
              <a:ext cx="7139" cy="180727"/>
            </a:xfrm>
            <a:custGeom>
              <a:avLst/>
              <a:gdLst/>
              <a:ahLst/>
              <a:cxnLst/>
              <a:rect l="l" t="t" r="r" b="b"/>
              <a:pathLst>
                <a:path w="121" h="3063" extrusionOk="0">
                  <a:moveTo>
                    <a:pt x="65" y="1"/>
                  </a:moveTo>
                  <a:cubicBezTo>
                    <a:pt x="28" y="1"/>
                    <a:pt x="0" y="29"/>
                    <a:pt x="0" y="66"/>
                  </a:cubicBezTo>
                  <a:lnTo>
                    <a:pt x="0" y="3006"/>
                  </a:lnTo>
                  <a:cubicBezTo>
                    <a:pt x="0" y="3043"/>
                    <a:pt x="28" y="3062"/>
                    <a:pt x="65" y="3062"/>
                  </a:cubicBezTo>
                  <a:cubicBezTo>
                    <a:pt x="93" y="3062"/>
                    <a:pt x="121" y="3043"/>
                    <a:pt x="121" y="3006"/>
                  </a:cubicBezTo>
                  <a:lnTo>
                    <a:pt x="121" y="66"/>
                  </a:lnTo>
                  <a:cubicBezTo>
                    <a:pt x="121" y="29"/>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4"/>
            <p:cNvSpPr/>
            <p:nvPr/>
          </p:nvSpPr>
          <p:spPr>
            <a:xfrm>
              <a:off x="7575752" y="3164745"/>
              <a:ext cx="21418" cy="21418"/>
            </a:xfrm>
            <a:custGeom>
              <a:avLst/>
              <a:gdLst/>
              <a:ahLst/>
              <a:cxnLst/>
              <a:rect l="l" t="t" r="r" b="b"/>
              <a:pathLst>
                <a:path w="363" h="363" extrusionOk="0">
                  <a:moveTo>
                    <a:pt x="177" y="112"/>
                  </a:moveTo>
                  <a:cubicBezTo>
                    <a:pt x="214" y="112"/>
                    <a:pt x="251" y="139"/>
                    <a:pt x="242" y="177"/>
                  </a:cubicBezTo>
                  <a:cubicBezTo>
                    <a:pt x="242" y="214"/>
                    <a:pt x="214" y="251"/>
                    <a:pt x="177" y="251"/>
                  </a:cubicBezTo>
                  <a:cubicBezTo>
                    <a:pt x="149" y="251"/>
                    <a:pt x="112" y="214"/>
                    <a:pt x="112" y="177"/>
                  </a:cubicBezTo>
                  <a:cubicBezTo>
                    <a:pt x="112" y="149"/>
                    <a:pt x="140" y="112"/>
                    <a:pt x="177" y="112"/>
                  </a:cubicBezTo>
                  <a:close/>
                  <a:moveTo>
                    <a:pt x="177" y="0"/>
                  </a:moveTo>
                  <a:cubicBezTo>
                    <a:pt x="84" y="0"/>
                    <a:pt x="1" y="84"/>
                    <a:pt x="1" y="177"/>
                  </a:cubicBezTo>
                  <a:cubicBezTo>
                    <a:pt x="1" y="279"/>
                    <a:pt x="84" y="362"/>
                    <a:pt x="177" y="362"/>
                  </a:cubicBezTo>
                  <a:cubicBezTo>
                    <a:pt x="279" y="362"/>
                    <a:pt x="362" y="279"/>
                    <a:pt x="362" y="177"/>
                  </a:cubicBezTo>
                  <a:cubicBezTo>
                    <a:pt x="362" y="84"/>
                    <a:pt x="279"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4"/>
            <p:cNvSpPr/>
            <p:nvPr/>
          </p:nvSpPr>
          <p:spPr>
            <a:xfrm>
              <a:off x="6950141" y="3800741"/>
              <a:ext cx="1272641" cy="86027"/>
            </a:xfrm>
            <a:custGeom>
              <a:avLst/>
              <a:gdLst/>
              <a:ahLst/>
              <a:cxnLst/>
              <a:rect l="l" t="t" r="r" b="b"/>
              <a:pathLst>
                <a:path w="21569" h="1458" extrusionOk="0">
                  <a:moveTo>
                    <a:pt x="0" y="1"/>
                  </a:moveTo>
                  <a:lnTo>
                    <a:pt x="0" y="882"/>
                  </a:lnTo>
                  <a:cubicBezTo>
                    <a:pt x="0" y="1197"/>
                    <a:pt x="251" y="1457"/>
                    <a:pt x="566"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4"/>
            <p:cNvSpPr/>
            <p:nvPr/>
          </p:nvSpPr>
          <p:spPr>
            <a:xfrm>
              <a:off x="6946836" y="3797495"/>
              <a:ext cx="1279249" cy="92517"/>
            </a:xfrm>
            <a:custGeom>
              <a:avLst/>
              <a:gdLst/>
              <a:ahLst/>
              <a:cxnLst/>
              <a:rect l="l" t="t" r="r" b="b"/>
              <a:pathLst>
                <a:path w="21681" h="1568" extrusionOk="0">
                  <a:moveTo>
                    <a:pt x="21569" y="111"/>
                  </a:moveTo>
                  <a:lnTo>
                    <a:pt x="21569" y="937"/>
                  </a:lnTo>
                  <a:cubicBezTo>
                    <a:pt x="21569" y="1225"/>
                    <a:pt x="21337" y="1447"/>
                    <a:pt x="21059" y="1447"/>
                  </a:cubicBezTo>
                  <a:lnTo>
                    <a:pt x="622" y="1447"/>
                  </a:lnTo>
                  <a:cubicBezTo>
                    <a:pt x="344" y="1447"/>
                    <a:pt x="112" y="1225"/>
                    <a:pt x="112" y="937"/>
                  </a:cubicBezTo>
                  <a:lnTo>
                    <a:pt x="112" y="111"/>
                  </a:lnTo>
                  <a:close/>
                  <a:moveTo>
                    <a:pt x="56" y="0"/>
                  </a:moveTo>
                  <a:cubicBezTo>
                    <a:pt x="19" y="0"/>
                    <a:pt x="1" y="19"/>
                    <a:pt x="1" y="56"/>
                  </a:cubicBezTo>
                  <a:lnTo>
                    <a:pt x="1" y="937"/>
                  </a:lnTo>
                  <a:cubicBezTo>
                    <a:pt x="1" y="1290"/>
                    <a:pt x="279" y="1568"/>
                    <a:pt x="622" y="1568"/>
                  </a:cubicBezTo>
                  <a:lnTo>
                    <a:pt x="21059" y="1568"/>
                  </a:lnTo>
                  <a:cubicBezTo>
                    <a:pt x="21402" y="1568"/>
                    <a:pt x="21680" y="1290"/>
                    <a:pt x="21680" y="937"/>
                  </a:cubicBezTo>
                  <a:lnTo>
                    <a:pt x="21680" y="56"/>
                  </a:lnTo>
                  <a:cubicBezTo>
                    <a:pt x="21680" y="19"/>
                    <a:pt x="21653"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4"/>
            <p:cNvSpPr/>
            <p:nvPr/>
          </p:nvSpPr>
          <p:spPr>
            <a:xfrm>
              <a:off x="6958873" y="3863166"/>
              <a:ext cx="1255176" cy="6608"/>
            </a:xfrm>
            <a:custGeom>
              <a:avLst/>
              <a:gdLst/>
              <a:ahLst/>
              <a:cxnLst/>
              <a:rect l="l" t="t" r="r" b="b"/>
              <a:pathLst>
                <a:path w="21273" h="112" extrusionOk="0">
                  <a:moveTo>
                    <a:pt x="57" y="0"/>
                  </a:moveTo>
                  <a:cubicBezTo>
                    <a:pt x="29" y="0"/>
                    <a:pt x="1" y="19"/>
                    <a:pt x="1" y="56"/>
                  </a:cubicBezTo>
                  <a:cubicBezTo>
                    <a:pt x="1" y="84"/>
                    <a:pt x="29" y="112"/>
                    <a:pt x="57" y="112"/>
                  </a:cubicBezTo>
                  <a:lnTo>
                    <a:pt x="21217" y="112"/>
                  </a:lnTo>
                  <a:cubicBezTo>
                    <a:pt x="21244" y="112"/>
                    <a:pt x="21272" y="84"/>
                    <a:pt x="21272" y="56"/>
                  </a:cubicBezTo>
                  <a:cubicBezTo>
                    <a:pt x="21272" y="19"/>
                    <a:pt x="21244" y="0"/>
                    <a:pt x="21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4"/>
            <p:cNvSpPr/>
            <p:nvPr/>
          </p:nvSpPr>
          <p:spPr>
            <a:xfrm>
              <a:off x="7464649" y="3806228"/>
              <a:ext cx="243093" cy="26905"/>
            </a:xfrm>
            <a:custGeom>
              <a:avLst/>
              <a:gdLst/>
              <a:ahLst/>
              <a:cxnLst/>
              <a:rect l="l" t="t" r="r" b="b"/>
              <a:pathLst>
                <a:path w="4120" h="456" extrusionOk="0">
                  <a:moveTo>
                    <a:pt x="1" y="0"/>
                  </a:moveTo>
                  <a:lnTo>
                    <a:pt x="1" y="455"/>
                  </a:lnTo>
                  <a:lnTo>
                    <a:pt x="4119" y="455"/>
                  </a:lnTo>
                  <a:lnTo>
                    <a:pt x="41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4"/>
            <p:cNvSpPr/>
            <p:nvPr/>
          </p:nvSpPr>
          <p:spPr>
            <a:xfrm>
              <a:off x="7461345" y="3802393"/>
              <a:ext cx="250233" cy="33986"/>
            </a:xfrm>
            <a:custGeom>
              <a:avLst/>
              <a:gdLst/>
              <a:ahLst/>
              <a:cxnLst/>
              <a:rect l="l" t="t" r="r" b="b"/>
              <a:pathLst>
                <a:path w="4241" h="576" extrusionOk="0">
                  <a:moveTo>
                    <a:pt x="4120" y="121"/>
                  </a:moveTo>
                  <a:lnTo>
                    <a:pt x="4120" y="455"/>
                  </a:lnTo>
                  <a:lnTo>
                    <a:pt x="121" y="455"/>
                  </a:lnTo>
                  <a:lnTo>
                    <a:pt x="121" y="121"/>
                  </a:lnTo>
                  <a:close/>
                  <a:moveTo>
                    <a:pt x="66" y="1"/>
                  </a:moveTo>
                  <a:cubicBezTo>
                    <a:pt x="29" y="1"/>
                    <a:pt x="1" y="28"/>
                    <a:pt x="1" y="65"/>
                  </a:cubicBezTo>
                  <a:lnTo>
                    <a:pt x="1" y="520"/>
                  </a:lnTo>
                  <a:cubicBezTo>
                    <a:pt x="1" y="548"/>
                    <a:pt x="29" y="576"/>
                    <a:pt x="66"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4"/>
            <p:cNvSpPr/>
            <p:nvPr/>
          </p:nvSpPr>
          <p:spPr>
            <a:xfrm>
              <a:off x="7340388" y="3308122"/>
              <a:ext cx="439043" cy="375025"/>
            </a:xfrm>
            <a:custGeom>
              <a:avLst/>
              <a:gdLst/>
              <a:ahLst/>
              <a:cxnLst/>
              <a:rect l="l" t="t" r="r" b="b"/>
              <a:pathLst>
                <a:path w="7441" h="6356" extrusionOk="0">
                  <a:moveTo>
                    <a:pt x="298" y="1"/>
                  </a:moveTo>
                  <a:cubicBezTo>
                    <a:pt x="140" y="1"/>
                    <a:pt x="1" y="131"/>
                    <a:pt x="1" y="298"/>
                  </a:cubicBezTo>
                  <a:lnTo>
                    <a:pt x="1" y="6058"/>
                  </a:lnTo>
                  <a:cubicBezTo>
                    <a:pt x="1" y="6225"/>
                    <a:pt x="140" y="6355"/>
                    <a:pt x="298" y="6355"/>
                  </a:cubicBezTo>
                  <a:lnTo>
                    <a:pt x="7144" y="6355"/>
                  </a:lnTo>
                  <a:cubicBezTo>
                    <a:pt x="7301" y="6355"/>
                    <a:pt x="7441" y="6225"/>
                    <a:pt x="7441" y="6058"/>
                  </a:cubicBezTo>
                  <a:lnTo>
                    <a:pt x="7441" y="298"/>
                  </a:lnTo>
                  <a:cubicBezTo>
                    <a:pt x="7441" y="131"/>
                    <a:pt x="7301" y="1"/>
                    <a:pt x="7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4"/>
            <p:cNvSpPr/>
            <p:nvPr/>
          </p:nvSpPr>
          <p:spPr>
            <a:xfrm>
              <a:off x="7369418" y="3278562"/>
              <a:ext cx="439043" cy="375025"/>
            </a:xfrm>
            <a:custGeom>
              <a:avLst/>
              <a:gdLst/>
              <a:ahLst/>
              <a:cxnLst/>
              <a:rect l="l" t="t" r="r" b="b"/>
              <a:pathLst>
                <a:path w="7441" h="6356" extrusionOk="0">
                  <a:moveTo>
                    <a:pt x="353" y="1"/>
                  </a:moveTo>
                  <a:cubicBezTo>
                    <a:pt x="158" y="1"/>
                    <a:pt x="0" y="159"/>
                    <a:pt x="0" y="344"/>
                  </a:cubicBezTo>
                  <a:lnTo>
                    <a:pt x="0" y="6012"/>
                  </a:lnTo>
                  <a:cubicBezTo>
                    <a:pt x="0" y="6198"/>
                    <a:pt x="158" y="6355"/>
                    <a:pt x="353" y="6355"/>
                  </a:cubicBezTo>
                  <a:lnTo>
                    <a:pt x="7088" y="6355"/>
                  </a:lnTo>
                  <a:cubicBezTo>
                    <a:pt x="7283" y="6355"/>
                    <a:pt x="7440" y="6198"/>
                    <a:pt x="7440" y="6012"/>
                  </a:cubicBezTo>
                  <a:lnTo>
                    <a:pt x="7440" y="344"/>
                  </a:lnTo>
                  <a:cubicBezTo>
                    <a:pt x="7440"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4"/>
            <p:cNvSpPr/>
            <p:nvPr/>
          </p:nvSpPr>
          <p:spPr>
            <a:xfrm>
              <a:off x="7366113" y="3274727"/>
              <a:ext cx="445593" cy="382695"/>
            </a:xfrm>
            <a:custGeom>
              <a:avLst/>
              <a:gdLst/>
              <a:ahLst/>
              <a:cxnLst/>
              <a:rect l="l" t="t" r="r" b="b"/>
              <a:pathLst>
                <a:path w="7552" h="6486" extrusionOk="0">
                  <a:moveTo>
                    <a:pt x="7144" y="121"/>
                  </a:moveTo>
                  <a:cubicBezTo>
                    <a:pt x="7301" y="121"/>
                    <a:pt x="7431" y="251"/>
                    <a:pt x="7431" y="409"/>
                  </a:cubicBezTo>
                  <a:lnTo>
                    <a:pt x="7431" y="6077"/>
                  </a:lnTo>
                  <a:cubicBezTo>
                    <a:pt x="7431" y="6235"/>
                    <a:pt x="7301" y="6365"/>
                    <a:pt x="7144" y="6365"/>
                  </a:cubicBezTo>
                  <a:lnTo>
                    <a:pt x="409" y="6365"/>
                  </a:lnTo>
                  <a:cubicBezTo>
                    <a:pt x="251" y="6365"/>
                    <a:pt x="121" y="6235"/>
                    <a:pt x="121" y="6077"/>
                  </a:cubicBezTo>
                  <a:lnTo>
                    <a:pt x="121" y="409"/>
                  </a:lnTo>
                  <a:cubicBezTo>
                    <a:pt x="121" y="251"/>
                    <a:pt x="251" y="121"/>
                    <a:pt x="409" y="121"/>
                  </a:cubicBezTo>
                  <a:close/>
                  <a:moveTo>
                    <a:pt x="409" y="1"/>
                  </a:moveTo>
                  <a:cubicBezTo>
                    <a:pt x="186" y="1"/>
                    <a:pt x="1" y="186"/>
                    <a:pt x="1" y="409"/>
                  </a:cubicBezTo>
                  <a:lnTo>
                    <a:pt x="1" y="6077"/>
                  </a:lnTo>
                  <a:cubicBezTo>
                    <a:pt x="1" y="6300"/>
                    <a:pt x="186" y="6485"/>
                    <a:pt x="409" y="6485"/>
                  </a:cubicBezTo>
                  <a:lnTo>
                    <a:pt x="7144" y="6485"/>
                  </a:lnTo>
                  <a:cubicBezTo>
                    <a:pt x="7366" y="6485"/>
                    <a:pt x="7552" y="6300"/>
                    <a:pt x="7552" y="6077"/>
                  </a:cubicBezTo>
                  <a:lnTo>
                    <a:pt x="7552" y="409"/>
                  </a:lnTo>
                  <a:cubicBezTo>
                    <a:pt x="7552" y="186"/>
                    <a:pt x="7366" y="1"/>
                    <a:pt x="7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4"/>
            <p:cNvSpPr/>
            <p:nvPr/>
          </p:nvSpPr>
          <p:spPr>
            <a:xfrm>
              <a:off x="7437271" y="3476164"/>
              <a:ext cx="302746" cy="40594"/>
            </a:xfrm>
            <a:custGeom>
              <a:avLst/>
              <a:gdLst/>
              <a:ahLst/>
              <a:cxnLst/>
              <a:rect l="l" t="t" r="r" b="b"/>
              <a:pathLst>
                <a:path w="5131" h="688" extrusionOk="0">
                  <a:moveTo>
                    <a:pt x="316" y="1"/>
                  </a:moveTo>
                  <a:cubicBezTo>
                    <a:pt x="140" y="1"/>
                    <a:pt x="1" y="140"/>
                    <a:pt x="1" y="325"/>
                  </a:cubicBezTo>
                  <a:lnTo>
                    <a:pt x="1" y="362"/>
                  </a:lnTo>
                  <a:cubicBezTo>
                    <a:pt x="1" y="539"/>
                    <a:pt x="140" y="687"/>
                    <a:pt x="316" y="687"/>
                  </a:cubicBezTo>
                  <a:lnTo>
                    <a:pt x="4806" y="687"/>
                  </a:lnTo>
                  <a:cubicBezTo>
                    <a:pt x="4982" y="687"/>
                    <a:pt x="5131" y="539"/>
                    <a:pt x="5131" y="362"/>
                  </a:cubicBezTo>
                  <a:lnTo>
                    <a:pt x="5131" y="325"/>
                  </a:lnTo>
                  <a:cubicBezTo>
                    <a:pt x="5131" y="140"/>
                    <a:pt x="498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4"/>
            <p:cNvSpPr/>
            <p:nvPr/>
          </p:nvSpPr>
          <p:spPr>
            <a:xfrm>
              <a:off x="7433436" y="3472919"/>
              <a:ext cx="309885" cy="47085"/>
            </a:xfrm>
            <a:custGeom>
              <a:avLst/>
              <a:gdLst/>
              <a:ahLst/>
              <a:cxnLst/>
              <a:rect l="l" t="t" r="r" b="b"/>
              <a:pathLst>
                <a:path w="5252" h="798" extrusionOk="0">
                  <a:moveTo>
                    <a:pt x="4871" y="111"/>
                  </a:moveTo>
                  <a:cubicBezTo>
                    <a:pt x="5019" y="111"/>
                    <a:pt x="5131" y="232"/>
                    <a:pt x="5131" y="380"/>
                  </a:cubicBezTo>
                  <a:lnTo>
                    <a:pt x="5131" y="417"/>
                  </a:lnTo>
                  <a:cubicBezTo>
                    <a:pt x="5131" y="566"/>
                    <a:pt x="5019" y="677"/>
                    <a:pt x="4871" y="677"/>
                  </a:cubicBezTo>
                  <a:lnTo>
                    <a:pt x="381" y="677"/>
                  </a:lnTo>
                  <a:cubicBezTo>
                    <a:pt x="242" y="677"/>
                    <a:pt x="121" y="566"/>
                    <a:pt x="121" y="417"/>
                  </a:cubicBezTo>
                  <a:lnTo>
                    <a:pt x="121" y="380"/>
                  </a:lnTo>
                  <a:cubicBezTo>
                    <a:pt x="121" y="232"/>
                    <a:pt x="242" y="111"/>
                    <a:pt x="381" y="111"/>
                  </a:cubicBezTo>
                  <a:close/>
                  <a:moveTo>
                    <a:pt x="381" y="0"/>
                  </a:moveTo>
                  <a:cubicBezTo>
                    <a:pt x="177" y="0"/>
                    <a:pt x="1" y="167"/>
                    <a:pt x="1" y="380"/>
                  </a:cubicBezTo>
                  <a:lnTo>
                    <a:pt x="1" y="417"/>
                  </a:lnTo>
                  <a:cubicBezTo>
                    <a:pt x="1" y="631"/>
                    <a:pt x="177" y="798"/>
                    <a:pt x="381" y="798"/>
                  </a:cubicBezTo>
                  <a:lnTo>
                    <a:pt x="4871" y="798"/>
                  </a:lnTo>
                  <a:cubicBezTo>
                    <a:pt x="5084" y="798"/>
                    <a:pt x="5251" y="631"/>
                    <a:pt x="5251" y="417"/>
                  </a:cubicBezTo>
                  <a:lnTo>
                    <a:pt x="5251" y="380"/>
                  </a:lnTo>
                  <a:cubicBezTo>
                    <a:pt x="5251" y="167"/>
                    <a:pt x="5084" y="0"/>
                    <a:pt x="48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4"/>
            <p:cNvSpPr/>
            <p:nvPr/>
          </p:nvSpPr>
          <p:spPr>
            <a:xfrm>
              <a:off x="7470136" y="3487138"/>
              <a:ext cx="234833" cy="16993"/>
            </a:xfrm>
            <a:custGeom>
              <a:avLst/>
              <a:gdLst/>
              <a:ahLst/>
              <a:cxnLst/>
              <a:rect l="l" t="t" r="r" b="b"/>
              <a:pathLst>
                <a:path w="3980" h="288" extrusionOk="0">
                  <a:moveTo>
                    <a:pt x="3850" y="56"/>
                  </a:moveTo>
                  <a:cubicBezTo>
                    <a:pt x="3887" y="56"/>
                    <a:pt x="3924" y="93"/>
                    <a:pt x="3924" y="130"/>
                  </a:cubicBezTo>
                  <a:lnTo>
                    <a:pt x="3924" y="149"/>
                  </a:lnTo>
                  <a:cubicBezTo>
                    <a:pt x="3924" y="195"/>
                    <a:pt x="3887" y="223"/>
                    <a:pt x="3850" y="223"/>
                  </a:cubicBezTo>
                  <a:lnTo>
                    <a:pt x="139" y="223"/>
                  </a:lnTo>
                  <a:cubicBezTo>
                    <a:pt x="93" y="223"/>
                    <a:pt x="56" y="195"/>
                    <a:pt x="56" y="149"/>
                  </a:cubicBezTo>
                  <a:lnTo>
                    <a:pt x="56" y="130"/>
                  </a:lnTo>
                  <a:cubicBezTo>
                    <a:pt x="56" y="93"/>
                    <a:pt x="93" y="56"/>
                    <a:pt x="139" y="56"/>
                  </a:cubicBezTo>
                  <a:close/>
                  <a:moveTo>
                    <a:pt x="130" y="0"/>
                  </a:moveTo>
                  <a:cubicBezTo>
                    <a:pt x="56" y="0"/>
                    <a:pt x="0" y="56"/>
                    <a:pt x="0" y="139"/>
                  </a:cubicBezTo>
                  <a:lnTo>
                    <a:pt x="0" y="149"/>
                  </a:lnTo>
                  <a:cubicBezTo>
                    <a:pt x="0" y="223"/>
                    <a:pt x="56" y="288"/>
                    <a:pt x="130" y="288"/>
                  </a:cubicBezTo>
                  <a:lnTo>
                    <a:pt x="3841" y="288"/>
                  </a:lnTo>
                  <a:cubicBezTo>
                    <a:pt x="3924" y="288"/>
                    <a:pt x="3980" y="223"/>
                    <a:pt x="3980" y="149"/>
                  </a:cubicBezTo>
                  <a:lnTo>
                    <a:pt x="3980" y="139"/>
                  </a:lnTo>
                  <a:cubicBezTo>
                    <a:pt x="3980" y="56"/>
                    <a:pt x="3924"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4"/>
            <p:cNvSpPr/>
            <p:nvPr/>
          </p:nvSpPr>
          <p:spPr>
            <a:xfrm>
              <a:off x="7489253" y="3539120"/>
              <a:ext cx="198251" cy="23601"/>
            </a:xfrm>
            <a:custGeom>
              <a:avLst/>
              <a:gdLst/>
              <a:ahLst/>
              <a:cxnLst/>
              <a:rect l="l" t="t" r="r" b="b"/>
              <a:pathLst>
                <a:path w="3360" h="400" extrusionOk="0">
                  <a:moveTo>
                    <a:pt x="205" y="0"/>
                  </a:moveTo>
                  <a:cubicBezTo>
                    <a:pt x="94" y="0"/>
                    <a:pt x="1" y="93"/>
                    <a:pt x="1" y="205"/>
                  </a:cubicBezTo>
                  <a:cubicBezTo>
                    <a:pt x="1" y="316"/>
                    <a:pt x="94" y="399"/>
                    <a:pt x="205" y="399"/>
                  </a:cubicBezTo>
                  <a:lnTo>
                    <a:pt x="3155"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4"/>
            <p:cNvSpPr/>
            <p:nvPr/>
          </p:nvSpPr>
          <p:spPr>
            <a:xfrm>
              <a:off x="7486008" y="3535816"/>
              <a:ext cx="204741" cy="30741"/>
            </a:xfrm>
            <a:custGeom>
              <a:avLst/>
              <a:gdLst/>
              <a:ahLst/>
              <a:cxnLst/>
              <a:rect l="l" t="t" r="r" b="b"/>
              <a:pathLst>
                <a:path w="3470" h="521" extrusionOk="0">
                  <a:moveTo>
                    <a:pt x="3210" y="121"/>
                  </a:moveTo>
                  <a:cubicBezTo>
                    <a:pt x="3294" y="121"/>
                    <a:pt x="3358" y="177"/>
                    <a:pt x="3358" y="261"/>
                  </a:cubicBezTo>
                  <a:cubicBezTo>
                    <a:pt x="3358" y="335"/>
                    <a:pt x="3294" y="400"/>
                    <a:pt x="3210" y="400"/>
                  </a:cubicBezTo>
                  <a:lnTo>
                    <a:pt x="260" y="400"/>
                  </a:lnTo>
                  <a:cubicBezTo>
                    <a:pt x="177" y="400"/>
                    <a:pt x="121" y="335"/>
                    <a:pt x="121" y="261"/>
                  </a:cubicBezTo>
                  <a:cubicBezTo>
                    <a:pt x="121" y="177"/>
                    <a:pt x="177" y="121"/>
                    <a:pt x="260" y="121"/>
                  </a:cubicBezTo>
                  <a:close/>
                  <a:moveTo>
                    <a:pt x="260" y="1"/>
                  </a:moveTo>
                  <a:cubicBezTo>
                    <a:pt x="121" y="1"/>
                    <a:pt x="0" y="112"/>
                    <a:pt x="0" y="261"/>
                  </a:cubicBezTo>
                  <a:cubicBezTo>
                    <a:pt x="0" y="400"/>
                    <a:pt x="112" y="520"/>
                    <a:pt x="260" y="520"/>
                  </a:cubicBezTo>
                  <a:lnTo>
                    <a:pt x="3210" y="520"/>
                  </a:lnTo>
                  <a:cubicBezTo>
                    <a:pt x="3358" y="520"/>
                    <a:pt x="3470" y="400"/>
                    <a:pt x="3470" y="261"/>
                  </a:cubicBezTo>
                  <a:cubicBezTo>
                    <a:pt x="3470" y="112"/>
                    <a:pt x="3358" y="1"/>
                    <a:pt x="3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4"/>
            <p:cNvSpPr/>
            <p:nvPr/>
          </p:nvSpPr>
          <p:spPr>
            <a:xfrm>
              <a:off x="7529257" y="3545139"/>
              <a:ext cx="11506" cy="11565"/>
            </a:xfrm>
            <a:custGeom>
              <a:avLst/>
              <a:gdLst/>
              <a:ahLst/>
              <a:cxnLst/>
              <a:rect l="l" t="t" r="r" b="b"/>
              <a:pathLst>
                <a:path w="195"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4"/>
            <p:cNvSpPr/>
            <p:nvPr/>
          </p:nvSpPr>
          <p:spPr>
            <a:xfrm>
              <a:off x="7551148"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4"/>
            <p:cNvSpPr/>
            <p:nvPr/>
          </p:nvSpPr>
          <p:spPr>
            <a:xfrm>
              <a:off x="757191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4"/>
            <p:cNvSpPr/>
            <p:nvPr/>
          </p:nvSpPr>
          <p:spPr>
            <a:xfrm>
              <a:off x="759380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4"/>
            <p:cNvSpPr/>
            <p:nvPr/>
          </p:nvSpPr>
          <p:spPr>
            <a:xfrm>
              <a:off x="7614635"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84" y="140"/>
                    <a:pt x="65" y="121"/>
                    <a:pt x="65" y="103"/>
                  </a:cubicBezTo>
                  <a:cubicBezTo>
                    <a:pt x="65" y="84"/>
                    <a:pt x="75"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4"/>
            <p:cNvSpPr/>
            <p:nvPr/>
          </p:nvSpPr>
          <p:spPr>
            <a:xfrm>
              <a:off x="7636525" y="3545139"/>
              <a:ext cx="11565" cy="11565"/>
            </a:xfrm>
            <a:custGeom>
              <a:avLst/>
              <a:gdLst/>
              <a:ahLst/>
              <a:cxnLst/>
              <a:rect l="l" t="t" r="r" b="b"/>
              <a:pathLst>
                <a:path w="196" h="196" extrusionOk="0">
                  <a:moveTo>
                    <a:pt x="102" y="65"/>
                  </a:moveTo>
                  <a:cubicBezTo>
                    <a:pt x="121" y="65"/>
                    <a:pt x="140" y="84"/>
                    <a:pt x="140" y="103"/>
                  </a:cubicBezTo>
                  <a:cubicBezTo>
                    <a:pt x="140" y="121"/>
                    <a:pt x="121" y="140"/>
                    <a:pt x="102" y="140"/>
                  </a:cubicBezTo>
                  <a:cubicBezTo>
                    <a:pt x="84" y="140"/>
                    <a:pt x="65" y="121"/>
                    <a:pt x="65" y="103"/>
                  </a:cubicBezTo>
                  <a:cubicBezTo>
                    <a:pt x="65" y="84"/>
                    <a:pt x="84"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4"/>
            <p:cNvSpPr/>
            <p:nvPr/>
          </p:nvSpPr>
          <p:spPr>
            <a:xfrm>
              <a:off x="7524832" y="3322342"/>
              <a:ext cx="127093" cy="127093"/>
            </a:xfrm>
            <a:custGeom>
              <a:avLst/>
              <a:gdLst/>
              <a:ahLst/>
              <a:cxnLst/>
              <a:rect l="l" t="t" r="r" b="b"/>
              <a:pathLst>
                <a:path w="2154" h="2154" extrusionOk="0">
                  <a:moveTo>
                    <a:pt x="1077" y="1"/>
                  </a:moveTo>
                  <a:cubicBezTo>
                    <a:pt x="483" y="1"/>
                    <a:pt x="1" y="483"/>
                    <a:pt x="1" y="1077"/>
                  </a:cubicBezTo>
                  <a:cubicBezTo>
                    <a:pt x="1" y="1671"/>
                    <a:pt x="483" y="2153"/>
                    <a:pt x="1077" y="2153"/>
                  </a:cubicBezTo>
                  <a:cubicBezTo>
                    <a:pt x="1671" y="2153"/>
                    <a:pt x="2153" y="1671"/>
                    <a:pt x="2153" y="1077"/>
                  </a:cubicBezTo>
                  <a:cubicBezTo>
                    <a:pt x="2153" y="483"/>
                    <a:pt x="1671"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4"/>
            <p:cNvSpPr/>
            <p:nvPr/>
          </p:nvSpPr>
          <p:spPr>
            <a:xfrm>
              <a:off x="7521587" y="3319097"/>
              <a:ext cx="133583" cy="133583"/>
            </a:xfrm>
            <a:custGeom>
              <a:avLst/>
              <a:gdLst/>
              <a:ahLst/>
              <a:cxnLst/>
              <a:rect l="l" t="t" r="r" b="b"/>
              <a:pathLst>
                <a:path w="2264" h="2264" extrusionOk="0">
                  <a:moveTo>
                    <a:pt x="1132" y="112"/>
                  </a:moveTo>
                  <a:cubicBezTo>
                    <a:pt x="1698" y="112"/>
                    <a:pt x="2152" y="575"/>
                    <a:pt x="2152" y="1132"/>
                  </a:cubicBezTo>
                  <a:cubicBezTo>
                    <a:pt x="2152" y="1689"/>
                    <a:pt x="1698" y="2152"/>
                    <a:pt x="1132" y="2152"/>
                  </a:cubicBezTo>
                  <a:cubicBezTo>
                    <a:pt x="575" y="2152"/>
                    <a:pt x="121" y="1689"/>
                    <a:pt x="121" y="1132"/>
                  </a:cubicBezTo>
                  <a:cubicBezTo>
                    <a:pt x="121" y="575"/>
                    <a:pt x="575" y="112"/>
                    <a:pt x="1132" y="112"/>
                  </a:cubicBezTo>
                  <a:close/>
                  <a:moveTo>
                    <a:pt x="1132" y="0"/>
                  </a:moveTo>
                  <a:cubicBezTo>
                    <a:pt x="511" y="0"/>
                    <a:pt x="0" y="510"/>
                    <a:pt x="0" y="1132"/>
                  </a:cubicBezTo>
                  <a:cubicBezTo>
                    <a:pt x="0" y="1754"/>
                    <a:pt x="511" y="2264"/>
                    <a:pt x="1132" y="2264"/>
                  </a:cubicBezTo>
                  <a:cubicBezTo>
                    <a:pt x="1763" y="2264"/>
                    <a:pt x="2264" y="1754"/>
                    <a:pt x="2264" y="1132"/>
                  </a:cubicBezTo>
                  <a:cubicBezTo>
                    <a:pt x="2264" y="510"/>
                    <a:pt x="1763"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4"/>
            <p:cNvSpPr/>
            <p:nvPr/>
          </p:nvSpPr>
          <p:spPr>
            <a:xfrm>
              <a:off x="7560411" y="3389665"/>
              <a:ext cx="56466" cy="28558"/>
            </a:xfrm>
            <a:custGeom>
              <a:avLst/>
              <a:gdLst/>
              <a:ahLst/>
              <a:cxnLst/>
              <a:rect l="l" t="t" r="r" b="b"/>
              <a:pathLst>
                <a:path w="957" h="484" extrusionOk="0">
                  <a:moveTo>
                    <a:pt x="474" y="1"/>
                  </a:moveTo>
                  <a:cubicBezTo>
                    <a:pt x="214" y="1"/>
                    <a:pt x="1" y="214"/>
                    <a:pt x="1"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4"/>
            <p:cNvSpPr/>
            <p:nvPr/>
          </p:nvSpPr>
          <p:spPr>
            <a:xfrm>
              <a:off x="7556576" y="3386420"/>
              <a:ext cx="63606" cy="35107"/>
            </a:xfrm>
            <a:custGeom>
              <a:avLst/>
              <a:gdLst/>
              <a:ahLst/>
              <a:cxnLst/>
              <a:rect l="l" t="t" r="r" b="b"/>
              <a:pathLst>
                <a:path w="1078" h="595" extrusionOk="0">
                  <a:moveTo>
                    <a:pt x="539" y="112"/>
                  </a:moveTo>
                  <a:cubicBezTo>
                    <a:pt x="752" y="112"/>
                    <a:pt x="929" y="269"/>
                    <a:pt x="956" y="473"/>
                  </a:cubicBezTo>
                  <a:lnTo>
                    <a:pt x="122" y="473"/>
                  </a:lnTo>
                  <a:cubicBezTo>
                    <a:pt x="149" y="269"/>
                    <a:pt x="326" y="112"/>
                    <a:pt x="539" y="112"/>
                  </a:cubicBezTo>
                  <a:close/>
                  <a:moveTo>
                    <a:pt x="539" y="0"/>
                  </a:moveTo>
                  <a:cubicBezTo>
                    <a:pt x="242" y="0"/>
                    <a:pt x="1" y="241"/>
                    <a:pt x="1" y="538"/>
                  </a:cubicBezTo>
                  <a:cubicBezTo>
                    <a:pt x="1" y="594"/>
                    <a:pt x="1" y="594"/>
                    <a:pt x="233" y="594"/>
                  </a:cubicBezTo>
                  <a:lnTo>
                    <a:pt x="585" y="594"/>
                  </a:lnTo>
                  <a:cubicBezTo>
                    <a:pt x="1077" y="594"/>
                    <a:pt x="1077" y="594"/>
                    <a:pt x="1077" y="538"/>
                  </a:cubicBezTo>
                  <a:cubicBezTo>
                    <a:pt x="1077" y="241"/>
                    <a:pt x="836"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4"/>
            <p:cNvSpPr/>
            <p:nvPr/>
          </p:nvSpPr>
          <p:spPr>
            <a:xfrm>
              <a:off x="7572507" y="3353555"/>
              <a:ext cx="32334" cy="32393"/>
            </a:xfrm>
            <a:custGeom>
              <a:avLst/>
              <a:gdLst/>
              <a:ahLst/>
              <a:cxnLst/>
              <a:rect l="l" t="t" r="r" b="b"/>
              <a:pathLst>
                <a:path w="548" h="549" extrusionOk="0">
                  <a:moveTo>
                    <a:pt x="269" y="1"/>
                  </a:moveTo>
                  <a:cubicBezTo>
                    <a:pt x="121" y="1"/>
                    <a:pt x="0" y="131"/>
                    <a:pt x="0" y="279"/>
                  </a:cubicBezTo>
                  <a:cubicBezTo>
                    <a:pt x="0" y="427"/>
                    <a:pt x="121" y="548"/>
                    <a:pt x="269" y="548"/>
                  </a:cubicBezTo>
                  <a:cubicBezTo>
                    <a:pt x="427" y="548"/>
                    <a:pt x="547" y="427"/>
                    <a:pt x="547" y="279"/>
                  </a:cubicBezTo>
                  <a:cubicBezTo>
                    <a:pt x="547" y="131"/>
                    <a:pt x="427" y="1"/>
                    <a:pt x="2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4"/>
            <p:cNvSpPr/>
            <p:nvPr/>
          </p:nvSpPr>
          <p:spPr>
            <a:xfrm>
              <a:off x="7569203" y="3350310"/>
              <a:ext cx="38883" cy="38883"/>
            </a:xfrm>
            <a:custGeom>
              <a:avLst/>
              <a:gdLst/>
              <a:ahLst/>
              <a:cxnLst/>
              <a:rect l="l" t="t" r="r" b="b"/>
              <a:pathLst>
                <a:path w="659" h="659" extrusionOk="0">
                  <a:moveTo>
                    <a:pt x="325" y="121"/>
                  </a:moveTo>
                  <a:cubicBezTo>
                    <a:pt x="446" y="121"/>
                    <a:pt x="538" y="213"/>
                    <a:pt x="538" y="334"/>
                  </a:cubicBezTo>
                  <a:cubicBezTo>
                    <a:pt x="538" y="445"/>
                    <a:pt x="446" y="547"/>
                    <a:pt x="325" y="547"/>
                  </a:cubicBezTo>
                  <a:cubicBezTo>
                    <a:pt x="214" y="547"/>
                    <a:pt x="112" y="445"/>
                    <a:pt x="112" y="334"/>
                  </a:cubicBezTo>
                  <a:cubicBezTo>
                    <a:pt x="112" y="213"/>
                    <a:pt x="214" y="121"/>
                    <a:pt x="325" y="121"/>
                  </a:cubicBezTo>
                  <a:close/>
                  <a:moveTo>
                    <a:pt x="325" y="0"/>
                  </a:moveTo>
                  <a:cubicBezTo>
                    <a:pt x="149" y="0"/>
                    <a:pt x="0" y="148"/>
                    <a:pt x="0" y="334"/>
                  </a:cubicBezTo>
                  <a:cubicBezTo>
                    <a:pt x="0" y="510"/>
                    <a:pt x="149" y="659"/>
                    <a:pt x="325" y="659"/>
                  </a:cubicBezTo>
                  <a:cubicBezTo>
                    <a:pt x="511" y="659"/>
                    <a:pt x="659" y="510"/>
                    <a:pt x="659" y="334"/>
                  </a:cubicBezTo>
                  <a:cubicBezTo>
                    <a:pt x="659" y="148"/>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4"/>
            <p:cNvSpPr/>
            <p:nvPr/>
          </p:nvSpPr>
          <p:spPr>
            <a:xfrm>
              <a:off x="7541825" y="3581839"/>
              <a:ext cx="93638" cy="29030"/>
            </a:xfrm>
            <a:custGeom>
              <a:avLst/>
              <a:gdLst/>
              <a:ahLst/>
              <a:cxnLst/>
              <a:rect l="l" t="t" r="r" b="b"/>
              <a:pathLst>
                <a:path w="1587" h="492" extrusionOk="0">
                  <a:moveTo>
                    <a:pt x="242" y="0"/>
                  </a:moveTo>
                  <a:cubicBezTo>
                    <a:pt x="112" y="0"/>
                    <a:pt x="1" y="111"/>
                    <a:pt x="1" y="251"/>
                  </a:cubicBezTo>
                  <a:cubicBezTo>
                    <a:pt x="1" y="380"/>
                    <a:pt x="112" y="492"/>
                    <a:pt x="242" y="492"/>
                  </a:cubicBezTo>
                  <a:lnTo>
                    <a:pt x="1336" y="492"/>
                  </a:lnTo>
                  <a:cubicBezTo>
                    <a:pt x="1476" y="492"/>
                    <a:pt x="1587" y="380"/>
                    <a:pt x="1587" y="251"/>
                  </a:cubicBezTo>
                  <a:cubicBezTo>
                    <a:pt x="1587" y="111"/>
                    <a:pt x="1476"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4"/>
            <p:cNvSpPr/>
            <p:nvPr/>
          </p:nvSpPr>
          <p:spPr>
            <a:xfrm>
              <a:off x="7537990" y="3578534"/>
              <a:ext cx="100778" cy="35638"/>
            </a:xfrm>
            <a:custGeom>
              <a:avLst/>
              <a:gdLst/>
              <a:ahLst/>
              <a:cxnLst/>
              <a:rect l="l" t="t" r="r" b="b"/>
              <a:pathLst>
                <a:path w="1708" h="604" extrusionOk="0">
                  <a:moveTo>
                    <a:pt x="1401" y="112"/>
                  </a:moveTo>
                  <a:cubicBezTo>
                    <a:pt x="1503" y="112"/>
                    <a:pt x="1587" y="195"/>
                    <a:pt x="1587" y="307"/>
                  </a:cubicBezTo>
                  <a:cubicBezTo>
                    <a:pt x="1587" y="409"/>
                    <a:pt x="1503" y="492"/>
                    <a:pt x="1401" y="492"/>
                  </a:cubicBezTo>
                  <a:lnTo>
                    <a:pt x="307" y="492"/>
                  </a:lnTo>
                  <a:cubicBezTo>
                    <a:pt x="205" y="492"/>
                    <a:pt x="121" y="409"/>
                    <a:pt x="121" y="307"/>
                  </a:cubicBezTo>
                  <a:cubicBezTo>
                    <a:pt x="121" y="195"/>
                    <a:pt x="205" y="112"/>
                    <a:pt x="307" y="112"/>
                  </a:cubicBezTo>
                  <a:close/>
                  <a:moveTo>
                    <a:pt x="307" y="0"/>
                  </a:moveTo>
                  <a:cubicBezTo>
                    <a:pt x="140" y="0"/>
                    <a:pt x="1" y="130"/>
                    <a:pt x="1" y="307"/>
                  </a:cubicBezTo>
                  <a:cubicBezTo>
                    <a:pt x="1" y="474"/>
                    <a:pt x="140" y="603"/>
                    <a:pt x="307"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4"/>
            <p:cNvSpPr/>
            <p:nvPr/>
          </p:nvSpPr>
          <p:spPr>
            <a:xfrm>
              <a:off x="7134585" y="1285137"/>
              <a:ext cx="959039" cy="662902"/>
            </a:xfrm>
            <a:custGeom>
              <a:avLst/>
              <a:gdLst/>
              <a:ahLst/>
              <a:cxnLst/>
              <a:rect l="l" t="t" r="r" b="b"/>
              <a:pathLst>
                <a:path w="16254" h="11235" extrusionOk="0">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4"/>
            <p:cNvSpPr/>
            <p:nvPr/>
          </p:nvSpPr>
          <p:spPr>
            <a:xfrm>
              <a:off x="7131340" y="1281833"/>
              <a:ext cx="965588" cy="670041"/>
            </a:xfrm>
            <a:custGeom>
              <a:avLst/>
              <a:gdLst/>
              <a:ahLst/>
              <a:cxnLst/>
              <a:rect l="l" t="t" r="r" b="b"/>
              <a:pathLst>
                <a:path w="16365" h="11356" extrusionOk="0">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4"/>
            <p:cNvSpPr/>
            <p:nvPr/>
          </p:nvSpPr>
          <p:spPr>
            <a:xfrm>
              <a:off x="7204681" y="1349156"/>
              <a:ext cx="818847" cy="535396"/>
            </a:xfrm>
            <a:custGeom>
              <a:avLst/>
              <a:gdLst/>
              <a:ahLst/>
              <a:cxnLst/>
              <a:rect l="l" t="t" r="r" b="b"/>
              <a:pathLst>
                <a:path w="13878" h="9074" extrusionOk="0">
                  <a:moveTo>
                    <a:pt x="0" y="1"/>
                  </a:moveTo>
                  <a:lnTo>
                    <a:pt x="0" y="1847"/>
                  </a:lnTo>
                  <a:lnTo>
                    <a:pt x="0" y="7376"/>
                  </a:lnTo>
                  <a:lnTo>
                    <a:pt x="0" y="9073"/>
                  </a:lnTo>
                  <a:lnTo>
                    <a:pt x="13878" y="9073"/>
                  </a:lnTo>
                  <a:lnTo>
                    <a:pt x="138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4"/>
            <p:cNvSpPr/>
            <p:nvPr/>
          </p:nvSpPr>
          <p:spPr>
            <a:xfrm>
              <a:off x="7201376" y="1345320"/>
              <a:ext cx="825455" cy="542476"/>
            </a:xfrm>
            <a:custGeom>
              <a:avLst/>
              <a:gdLst/>
              <a:ahLst/>
              <a:cxnLst/>
              <a:rect l="l" t="t" r="r" b="b"/>
              <a:pathLst>
                <a:path w="13990" h="9194" extrusionOk="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4"/>
            <p:cNvSpPr/>
            <p:nvPr/>
          </p:nvSpPr>
          <p:spPr>
            <a:xfrm>
              <a:off x="7201376" y="1512300"/>
              <a:ext cx="6608" cy="180668"/>
            </a:xfrm>
            <a:custGeom>
              <a:avLst/>
              <a:gdLst/>
              <a:ahLst/>
              <a:cxnLst/>
              <a:rect l="l" t="t" r="r" b="b"/>
              <a:pathLst>
                <a:path w="112" h="3062" extrusionOk="0">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4"/>
            <p:cNvSpPr/>
            <p:nvPr/>
          </p:nvSpPr>
          <p:spPr>
            <a:xfrm>
              <a:off x="7603130" y="1307027"/>
              <a:ext cx="21949" cy="21418"/>
            </a:xfrm>
            <a:custGeom>
              <a:avLst/>
              <a:gdLst/>
              <a:ahLst/>
              <a:cxnLst/>
              <a:rect l="l" t="t" r="r" b="b"/>
              <a:pathLst>
                <a:path w="372" h="363" extrusionOk="0">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4"/>
            <p:cNvSpPr/>
            <p:nvPr/>
          </p:nvSpPr>
          <p:spPr>
            <a:xfrm>
              <a:off x="6977518" y="1943023"/>
              <a:ext cx="1272641" cy="86027"/>
            </a:xfrm>
            <a:custGeom>
              <a:avLst/>
              <a:gdLst/>
              <a:ahLst/>
              <a:cxnLst/>
              <a:rect l="l" t="t" r="r" b="b"/>
              <a:pathLst>
                <a:path w="21569" h="1458" extrusionOk="0">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4"/>
            <p:cNvSpPr/>
            <p:nvPr/>
          </p:nvSpPr>
          <p:spPr>
            <a:xfrm>
              <a:off x="6974214" y="1939778"/>
              <a:ext cx="1279781" cy="92517"/>
            </a:xfrm>
            <a:custGeom>
              <a:avLst/>
              <a:gdLst/>
              <a:ahLst/>
              <a:cxnLst/>
              <a:rect l="l" t="t" r="r" b="b"/>
              <a:pathLst>
                <a:path w="21690" h="1568" extrusionOk="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4"/>
            <p:cNvSpPr/>
            <p:nvPr/>
          </p:nvSpPr>
          <p:spPr>
            <a:xfrm>
              <a:off x="6986251" y="2005449"/>
              <a:ext cx="1255176" cy="6608"/>
            </a:xfrm>
            <a:custGeom>
              <a:avLst/>
              <a:gdLst/>
              <a:ahLst/>
              <a:cxnLst/>
              <a:rect l="l" t="t" r="r" b="b"/>
              <a:pathLst>
                <a:path w="21273" h="112" extrusionOk="0">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4"/>
            <p:cNvSpPr/>
            <p:nvPr/>
          </p:nvSpPr>
          <p:spPr>
            <a:xfrm>
              <a:off x="7492557" y="1948511"/>
              <a:ext cx="243093" cy="26905"/>
            </a:xfrm>
            <a:custGeom>
              <a:avLst/>
              <a:gdLst/>
              <a:ahLst/>
              <a:cxnLst/>
              <a:rect l="l" t="t" r="r" b="b"/>
              <a:pathLst>
                <a:path w="4120" h="456" extrusionOk="0">
                  <a:moveTo>
                    <a:pt x="1" y="1"/>
                  </a:moveTo>
                  <a:lnTo>
                    <a:pt x="1"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4"/>
            <p:cNvSpPr/>
            <p:nvPr/>
          </p:nvSpPr>
          <p:spPr>
            <a:xfrm>
              <a:off x="7489253" y="1945206"/>
              <a:ext cx="249702" cy="33455"/>
            </a:xfrm>
            <a:custGeom>
              <a:avLst/>
              <a:gdLst/>
              <a:ahLst/>
              <a:cxnLst/>
              <a:rect l="l" t="t" r="r" b="b"/>
              <a:pathLst>
                <a:path w="4232" h="567" extrusionOk="0">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4"/>
            <p:cNvSpPr/>
            <p:nvPr/>
          </p:nvSpPr>
          <p:spPr>
            <a:xfrm>
              <a:off x="7368297" y="1450405"/>
              <a:ext cx="438512" cy="375556"/>
            </a:xfrm>
            <a:custGeom>
              <a:avLst/>
              <a:gdLst/>
              <a:ahLst/>
              <a:cxnLst/>
              <a:rect l="l" t="t" r="r" b="b"/>
              <a:pathLst>
                <a:path w="7432" h="6365" extrusionOk="0">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4"/>
            <p:cNvSpPr/>
            <p:nvPr/>
          </p:nvSpPr>
          <p:spPr>
            <a:xfrm>
              <a:off x="7397326" y="1420844"/>
              <a:ext cx="438512" cy="375556"/>
            </a:xfrm>
            <a:custGeom>
              <a:avLst/>
              <a:gdLst/>
              <a:ahLst/>
              <a:cxnLst/>
              <a:rect l="l" t="t" r="r" b="b"/>
              <a:pathLst>
                <a:path w="7432" h="6365" extrusionOk="0">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4"/>
            <p:cNvSpPr/>
            <p:nvPr/>
          </p:nvSpPr>
          <p:spPr>
            <a:xfrm>
              <a:off x="7394022" y="1417599"/>
              <a:ext cx="445652" cy="382105"/>
            </a:xfrm>
            <a:custGeom>
              <a:avLst/>
              <a:gdLst/>
              <a:ahLst/>
              <a:cxnLst/>
              <a:rect l="l" t="t" r="r" b="b"/>
              <a:pathLst>
                <a:path w="7553" h="6476" extrusionOk="0">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4"/>
            <p:cNvSpPr/>
            <p:nvPr/>
          </p:nvSpPr>
          <p:spPr>
            <a:xfrm>
              <a:off x="7464649" y="1618446"/>
              <a:ext cx="302746" cy="40594"/>
            </a:xfrm>
            <a:custGeom>
              <a:avLst/>
              <a:gdLst/>
              <a:ahLst/>
              <a:cxnLst/>
              <a:rect l="l" t="t" r="r" b="b"/>
              <a:pathLst>
                <a:path w="5131" h="688" extrusionOk="0">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4"/>
            <p:cNvSpPr/>
            <p:nvPr/>
          </p:nvSpPr>
          <p:spPr>
            <a:xfrm>
              <a:off x="7461345" y="1615201"/>
              <a:ext cx="309885" cy="47085"/>
            </a:xfrm>
            <a:custGeom>
              <a:avLst/>
              <a:gdLst/>
              <a:ahLst/>
              <a:cxnLst/>
              <a:rect l="l" t="t" r="r" b="b"/>
              <a:pathLst>
                <a:path w="5252" h="798" extrusionOk="0">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4"/>
            <p:cNvSpPr/>
            <p:nvPr/>
          </p:nvSpPr>
          <p:spPr>
            <a:xfrm>
              <a:off x="7497514" y="1629421"/>
              <a:ext cx="235423" cy="16993"/>
            </a:xfrm>
            <a:custGeom>
              <a:avLst/>
              <a:gdLst/>
              <a:ahLst/>
              <a:cxnLst/>
              <a:rect l="l" t="t" r="r" b="b"/>
              <a:pathLst>
                <a:path w="3990" h="288" extrusionOk="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4"/>
            <p:cNvSpPr/>
            <p:nvPr/>
          </p:nvSpPr>
          <p:spPr>
            <a:xfrm>
              <a:off x="7517221" y="1681934"/>
              <a:ext cx="198192" cy="23601"/>
            </a:xfrm>
            <a:custGeom>
              <a:avLst/>
              <a:gdLst/>
              <a:ahLst/>
              <a:cxnLst/>
              <a:rect l="l" t="t" r="r" b="b"/>
              <a:pathLst>
                <a:path w="3359" h="400" extrusionOk="0">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4"/>
            <p:cNvSpPr/>
            <p:nvPr/>
          </p:nvSpPr>
          <p:spPr>
            <a:xfrm>
              <a:off x="7513917" y="1678689"/>
              <a:ext cx="204741" cy="30151"/>
            </a:xfrm>
            <a:custGeom>
              <a:avLst/>
              <a:gdLst/>
              <a:ahLst/>
              <a:cxnLst/>
              <a:rect l="l" t="t" r="r" b="b"/>
              <a:pathLst>
                <a:path w="3470" h="511" extrusionOk="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4"/>
            <p:cNvSpPr/>
            <p:nvPr/>
          </p:nvSpPr>
          <p:spPr>
            <a:xfrm>
              <a:off x="755716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4"/>
            <p:cNvSpPr/>
            <p:nvPr/>
          </p:nvSpPr>
          <p:spPr>
            <a:xfrm>
              <a:off x="757905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4"/>
            <p:cNvSpPr/>
            <p:nvPr/>
          </p:nvSpPr>
          <p:spPr>
            <a:xfrm>
              <a:off x="7599294" y="1687952"/>
              <a:ext cx="11565" cy="11565"/>
            </a:xfrm>
            <a:custGeom>
              <a:avLst/>
              <a:gdLst/>
              <a:ahLst/>
              <a:cxnLst/>
              <a:rect l="l" t="t" r="r" b="b"/>
              <a:pathLst>
                <a:path w="196" h="196" extrusionOk="0">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4"/>
            <p:cNvSpPr/>
            <p:nvPr/>
          </p:nvSpPr>
          <p:spPr>
            <a:xfrm>
              <a:off x="7621185" y="1687952"/>
              <a:ext cx="11565" cy="11565"/>
            </a:xfrm>
            <a:custGeom>
              <a:avLst/>
              <a:gdLst/>
              <a:ahLst/>
              <a:cxnLst/>
              <a:rect l="l" t="t" r="r" b="b"/>
              <a:pathLst>
                <a:path w="196" h="196" extrusionOk="0">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4"/>
            <p:cNvSpPr/>
            <p:nvPr/>
          </p:nvSpPr>
          <p:spPr>
            <a:xfrm>
              <a:off x="764254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4"/>
            <p:cNvSpPr/>
            <p:nvPr/>
          </p:nvSpPr>
          <p:spPr>
            <a:xfrm>
              <a:off x="766443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4"/>
            <p:cNvSpPr/>
            <p:nvPr/>
          </p:nvSpPr>
          <p:spPr>
            <a:xfrm>
              <a:off x="7552800" y="1465215"/>
              <a:ext cx="126444" cy="126503"/>
            </a:xfrm>
            <a:custGeom>
              <a:avLst/>
              <a:gdLst/>
              <a:ahLst/>
              <a:cxnLst/>
              <a:rect l="l" t="t" r="r" b="b"/>
              <a:pathLst>
                <a:path w="2143" h="2144" extrusionOk="0">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4"/>
            <p:cNvSpPr/>
            <p:nvPr/>
          </p:nvSpPr>
          <p:spPr>
            <a:xfrm>
              <a:off x="7549496" y="1461380"/>
              <a:ext cx="133583" cy="134173"/>
            </a:xfrm>
            <a:custGeom>
              <a:avLst/>
              <a:gdLst/>
              <a:ahLst/>
              <a:cxnLst/>
              <a:rect l="l" t="t" r="r" b="b"/>
              <a:pathLst>
                <a:path w="2264" h="2274" extrusionOk="0">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4"/>
            <p:cNvSpPr/>
            <p:nvPr/>
          </p:nvSpPr>
          <p:spPr>
            <a:xfrm>
              <a:off x="7587789" y="1532007"/>
              <a:ext cx="56466" cy="28499"/>
            </a:xfrm>
            <a:custGeom>
              <a:avLst/>
              <a:gdLst/>
              <a:ahLst/>
              <a:cxnLst/>
              <a:rect l="l" t="t" r="r" b="b"/>
              <a:pathLst>
                <a:path w="957" h="483" extrusionOk="0">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4"/>
            <p:cNvSpPr/>
            <p:nvPr/>
          </p:nvSpPr>
          <p:spPr>
            <a:xfrm>
              <a:off x="7584544" y="1528702"/>
              <a:ext cx="63547" cy="35107"/>
            </a:xfrm>
            <a:custGeom>
              <a:avLst/>
              <a:gdLst/>
              <a:ahLst/>
              <a:cxnLst/>
              <a:rect l="l" t="t" r="r" b="b"/>
              <a:pathLst>
                <a:path w="1077" h="595" extrusionOk="0">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4"/>
            <p:cNvSpPr/>
            <p:nvPr/>
          </p:nvSpPr>
          <p:spPr>
            <a:xfrm>
              <a:off x="7600415" y="1496428"/>
              <a:ext cx="31803" cy="31803"/>
            </a:xfrm>
            <a:custGeom>
              <a:avLst/>
              <a:gdLst/>
              <a:ahLst/>
              <a:cxnLst/>
              <a:rect l="l" t="t" r="r" b="b"/>
              <a:pathLst>
                <a:path w="539" h="539" extrusionOk="0">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4"/>
            <p:cNvSpPr/>
            <p:nvPr/>
          </p:nvSpPr>
          <p:spPr>
            <a:xfrm>
              <a:off x="7597111" y="1493123"/>
              <a:ext cx="38942" cy="38942"/>
            </a:xfrm>
            <a:custGeom>
              <a:avLst/>
              <a:gdLst/>
              <a:ahLst/>
              <a:cxnLst/>
              <a:rect l="l" t="t" r="r" b="b"/>
              <a:pathLst>
                <a:path w="660" h="660" extrusionOk="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4"/>
            <p:cNvSpPr/>
            <p:nvPr/>
          </p:nvSpPr>
          <p:spPr>
            <a:xfrm>
              <a:off x="7569203" y="1724121"/>
              <a:ext cx="93638" cy="29030"/>
            </a:xfrm>
            <a:custGeom>
              <a:avLst/>
              <a:gdLst/>
              <a:ahLst/>
              <a:cxnLst/>
              <a:rect l="l" t="t" r="r" b="b"/>
              <a:pathLst>
                <a:path w="1587" h="492" extrusionOk="0">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4"/>
            <p:cNvSpPr/>
            <p:nvPr/>
          </p:nvSpPr>
          <p:spPr>
            <a:xfrm>
              <a:off x="7565898" y="1720817"/>
              <a:ext cx="100247" cy="36169"/>
            </a:xfrm>
            <a:custGeom>
              <a:avLst/>
              <a:gdLst/>
              <a:ahLst/>
              <a:cxnLst/>
              <a:rect l="l" t="t" r="r" b="b"/>
              <a:pathLst>
                <a:path w="1699" h="613" extrusionOk="0">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4"/>
            <p:cNvSpPr/>
            <p:nvPr/>
          </p:nvSpPr>
          <p:spPr>
            <a:xfrm>
              <a:off x="6772246" y="1753682"/>
              <a:ext cx="560000" cy="977035"/>
            </a:xfrm>
            <a:custGeom>
              <a:avLst/>
              <a:gdLst/>
              <a:ahLst/>
              <a:cxnLst/>
              <a:rect l="l" t="t" r="r" b="b"/>
              <a:pathLst>
                <a:path w="9491" h="16559" extrusionOk="0">
                  <a:moveTo>
                    <a:pt x="0" y="0"/>
                  </a:moveTo>
                  <a:lnTo>
                    <a:pt x="0" y="16559"/>
                  </a:lnTo>
                  <a:lnTo>
                    <a:pt x="9491" y="16559"/>
                  </a:lnTo>
                  <a:lnTo>
                    <a:pt x="9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4"/>
            <p:cNvSpPr/>
            <p:nvPr/>
          </p:nvSpPr>
          <p:spPr>
            <a:xfrm>
              <a:off x="6731179" y="1693971"/>
              <a:ext cx="560000" cy="995739"/>
            </a:xfrm>
            <a:custGeom>
              <a:avLst/>
              <a:gdLst/>
              <a:ahLst/>
              <a:cxnLst/>
              <a:rect l="l" t="t" r="r" b="b"/>
              <a:pathLst>
                <a:path w="9491" h="16876" extrusionOk="0">
                  <a:moveTo>
                    <a:pt x="1" y="1"/>
                  </a:moveTo>
                  <a:lnTo>
                    <a:pt x="1" y="16875"/>
                  </a:lnTo>
                  <a:lnTo>
                    <a:pt x="9491" y="16875"/>
                  </a:lnTo>
                  <a:lnTo>
                    <a:pt x="94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4"/>
            <p:cNvSpPr/>
            <p:nvPr/>
          </p:nvSpPr>
          <p:spPr>
            <a:xfrm>
              <a:off x="6727934" y="1690725"/>
              <a:ext cx="566549" cy="1002229"/>
            </a:xfrm>
            <a:custGeom>
              <a:avLst/>
              <a:gdLst/>
              <a:ahLst/>
              <a:cxnLst/>
              <a:rect l="l" t="t" r="r" b="b"/>
              <a:pathLst>
                <a:path w="9602" h="16986" extrusionOk="0">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4"/>
            <p:cNvSpPr/>
            <p:nvPr/>
          </p:nvSpPr>
          <p:spPr>
            <a:xfrm>
              <a:off x="6732301" y="1693971"/>
              <a:ext cx="558348" cy="80539"/>
            </a:xfrm>
            <a:custGeom>
              <a:avLst/>
              <a:gdLst/>
              <a:ahLst/>
              <a:cxnLst/>
              <a:rect l="l" t="t" r="r" b="b"/>
              <a:pathLst>
                <a:path w="9463" h="1365" extrusionOk="0">
                  <a:moveTo>
                    <a:pt x="0" y="1"/>
                  </a:moveTo>
                  <a:lnTo>
                    <a:pt x="0" y="1365"/>
                  </a:lnTo>
                  <a:lnTo>
                    <a:pt x="9463" y="1365"/>
                  </a:lnTo>
                  <a:lnTo>
                    <a:pt x="94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4"/>
            <p:cNvSpPr/>
            <p:nvPr/>
          </p:nvSpPr>
          <p:spPr>
            <a:xfrm>
              <a:off x="6728465" y="1690725"/>
              <a:ext cx="565487" cy="87089"/>
            </a:xfrm>
            <a:custGeom>
              <a:avLst/>
              <a:gdLst/>
              <a:ahLst/>
              <a:cxnLst/>
              <a:rect l="l" t="t" r="r" b="b"/>
              <a:pathLst>
                <a:path w="9584" h="1476" extrusionOk="0">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4"/>
            <p:cNvSpPr/>
            <p:nvPr/>
          </p:nvSpPr>
          <p:spPr>
            <a:xfrm>
              <a:off x="7140072" y="1723531"/>
              <a:ext cx="24132" cy="24191"/>
            </a:xfrm>
            <a:custGeom>
              <a:avLst/>
              <a:gdLst/>
              <a:ahLst/>
              <a:cxnLst/>
              <a:rect l="l" t="t" r="r" b="b"/>
              <a:pathLst>
                <a:path w="409" h="410" extrusionOk="0">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4"/>
            <p:cNvSpPr/>
            <p:nvPr/>
          </p:nvSpPr>
          <p:spPr>
            <a:xfrm>
              <a:off x="7189871" y="1723531"/>
              <a:ext cx="24132" cy="24191"/>
            </a:xfrm>
            <a:custGeom>
              <a:avLst/>
              <a:gdLst/>
              <a:ahLst/>
              <a:cxnLst/>
              <a:rect l="l" t="t" r="r" b="b"/>
              <a:pathLst>
                <a:path w="409" h="410" extrusionOk="0">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4"/>
            <p:cNvSpPr/>
            <p:nvPr/>
          </p:nvSpPr>
          <p:spPr>
            <a:xfrm>
              <a:off x="7240791" y="1723531"/>
              <a:ext cx="24132" cy="24191"/>
            </a:xfrm>
            <a:custGeom>
              <a:avLst/>
              <a:gdLst/>
              <a:ahLst/>
              <a:cxnLst/>
              <a:rect l="l" t="t" r="r" b="b"/>
              <a:pathLst>
                <a:path w="409" h="410" extrusionOk="0">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4"/>
            <p:cNvSpPr/>
            <p:nvPr/>
          </p:nvSpPr>
          <p:spPr>
            <a:xfrm>
              <a:off x="6820392" y="1885023"/>
              <a:ext cx="176892" cy="6608"/>
            </a:xfrm>
            <a:custGeom>
              <a:avLst/>
              <a:gdLst/>
              <a:ahLst/>
              <a:cxnLst/>
              <a:rect l="l" t="t" r="r" b="b"/>
              <a:pathLst>
                <a:path w="2998" h="112" extrusionOk="0">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4"/>
            <p:cNvSpPr/>
            <p:nvPr/>
          </p:nvSpPr>
          <p:spPr>
            <a:xfrm>
              <a:off x="7032804" y="1885023"/>
              <a:ext cx="67913" cy="6608"/>
            </a:xfrm>
            <a:custGeom>
              <a:avLst/>
              <a:gdLst/>
              <a:ahLst/>
              <a:cxnLst/>
              <a:rect l="l" t="t" r="r" b="b"/>
              <a:pathLst>
                <a:path w="1151" h="112" extrusionOk="0">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4"/>
            <p:cNvSpPr/>
            <p:nvPr/>
          </p:nvSpPr>
          <p:spPr>
            <a:xfrm>
              <a:off x="7142255" y="188502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4"/>
            <p:cNvSpPr/>
            <p:nvPr/>
          </p:nvSpPr>
          <p:spPr>
            <a:xfrm>
              <a:off x="7027848" y="2016364"/>
              <a:ext cx="176892" cy="7198"/>
            </a:xfrm>
            <a:custGeom>
              <a:avLst/>
              <a:gdLst/>
              <a:ahLst/>
              <a:cxnLst/>
              <a:rect l="l" t="t" r="r" b="b"/>
              <a:pathLst>
                <a:path w="2998" h="122" extrusionOk="0">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4"/>
            <p:cNvSpPr/>
            <p:nvPr/>
          </p:nvSpPr>
          <p:spPr>
            <a:xfrm>
              <a:off x="6924415" y="2016364"/>
              <a:ext cx="67913" cy="7198"/>
            </a:xfrm>
            <a:custGeom>
              <a:avLst/>
              <a:gdLst/>
              <a:ahLst/>
              <a:cxnLst/>
              <a:rect l="l" t="t" r="r" b="b"/>
              <a:pathLst>
                <a:path w="1151" h="122" extrusionOk="0">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4"/>
            <p:cNvSpPr/>
            <p:nvPr/>
          </p:nvSpPr>
          <p:spPr>
            <a:xfrm>
              <a:off x="6820392" y="2016364"/>
              <a:ext cx="62484" cy="7198"/>
            </a:xfrm>
            <a:custGeom>
              <a:avLst/>
              <a:gdLst/>
              <a:ahLst/>
              <a:cxnLst/>
              <a:rect l="l" t="t" r="r" b="b"/>
              <a:pathLst>
                <a:path w="1059" h="122" extrusionOk="0">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4"/>
            <p:cNvSpPr/>
            <p:nvPr/>
          </p:nvSpPr>
          <p:spPr>
            <a:xfrm>
              <a:off x="6820392" y="1950163"/>
              <a:ext cx="94228" cy="6608"/>
            </a:xfrm>
            <a:custGeom>
              <a:avLst/>
              <a:gdLst/>
              <a:ahLst/>
              <a:cxnLst/>
              <a:rect l="l" t="t" r="r" b="b"/>
              <a:pathLst>
                <a:path w="1597" h="112" extrusionOk="0">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4"/>
            <p:cNvSpPr/>
            <p:nvPr/>
          </p:nvSpPr>
          <p:spPr>
            <a:xfrm>
              <a:off x="6945184" y="1950163"/>
              <a:ext cx="155533" cy="6608"/>
            </a:xfrm>
            <a:custGeom>
              <a:avLst/>
              <a:gdLst/>
              <a:ahLst/>
              <a:cxnLst/>
              <a:rect l="l" t="t" r="r" b="b"/>
              <a:pathLst>
                <a:path w="2636" h="112" extrusionOk="0">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4"/>
            <p:cNvSpPr/>
            <p:nvPr/>
          </p:nvSpPr>
          <p:spPr>
            <a:xfrm>
              <a:off x="7142255" y="195016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4"/>
            <p:cNvSpPr/>
            <p:nvPr/>
          </p:nvSpPr>
          <p:spPr>
            <a:xfrm>
              <a:off x="6820392" y="2074955"/>
              <a:ext cx="176892" cy="7198"/>
            </a:xfrm>
            <a:custGeom>
              <a:avLst/>
              <a:gdLst/>
              <a:ahLst/>
              <a:cxnLst/>
              <a:rect l="l" t="t" r="r" b="b"/>
              <a:pathLst>
                <a:path w="2998" h="122" extrusionOk="0">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4"/>
            <p:cNvSpPr/>
            <p:nvPr/>
          </p:nvSpPr>
          <p:spPr>
            <a:xfrm>
              <a:off x="7032804" y="2074955"/>
              <a:ext cx="67913" cy="7198"/>
            </a:xfrm>
            <a:custGeom>
              <a:avLst/>
              <a:gdLst/>
              <a:ahLst/>
              <a:cxnLst/>
              <a:rect l="l" t="t" r="r" b="b"/>
              <a:pathLst>
                <a:path w="1151" h="122" extrusionOk="0">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4"/>
            <p:cNvSpPr/>
            <p:nvPr/>
          </p:nvSpPr>
          <p:spPr>
            <a:xfrm>
              <a:off x="6820392" y="2286245"/>
              <a:ext cx="176892" cy="6608"/>
            </a:xfrm>
            <a:custGeom>
              <a:avLst/>
              <a:gdLst/>
              <a:ahLst/>
              <a:cxnLst/>
              <a:rect l="l" t="t" r="r" b="b"/>
              <a:pathLst>
                <a:path w="2998" h="112" extrusionOk="0">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4"/>
            <p:cNvSpPr/>
            <p:nvPr/>
          </p:nvSpPr>
          <p:spPr>
            <a:xfrm>
              <a:off x="7032804" y="2286245"/>
              <a:ext cx="67913" cy="6608"/>
            </a:xfrm>
            <a:custGeom>
              <a:avLst/>
              <a:gdLst/>
              <a:ahLst/>
              <a:cxnLst/>
              <a:rect l="l" t="t" r="r" b="b"/>
              <a:pathLst>
                <a:path w="1151" h="112" extrusionOk="0">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4"/>
            <p:cNvSpPr/>
            <p:nvPr/>
          </p:nvSpPr>
          <p:spPr>
            <a:xfrm>
              <a:off x="7142255" y="2074955"/>
              <a:ext cx="62484" cy="7198"/>
            </a:xfrm>
            <a:custGeom>
              <a:avLst/>
              <a:gdLst/>
              <a:ahLst/>
              <a:cxnLst/>
              <a:rect l="l" t="t" r="r" b="b"/>
              <a:pathLst>
                <a:path w="1059" h="122" extrusionOk="0">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4"/>
            <p:cNvSpPr/>
            <p:nvPr/>
          </p:nvSpPr>
          <p:spPr>
            <a:xfrm>
              <a:off x="7027848" y="2206886"/>
              <a:ext cx="176892" cy="6608"/>
            </a:xfrm>
            <a:custGeom>
              <a:avLst/>
              <a:gdLst/>
              <a:ahLst/>
              <a:cxnLst/>
              <a:rect l="l" t="t" r="r" b="b"/>
              <a:pathLst>
                <a:path w="2998" h="112" extrusionOk="0">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4"/>
            <p:cNvSpPr/>
            <p:nvPr/>
          </p:nvSpPr>
          <p:spPr>
            <a:xfrm>
              <a:off x="6924415" y="2206886"/>
              <a:ext cx="67913" cy="6608"/>
            </a:xfrm>
            <a:custGeom>
              <a:avLst/>
              <a:gdLst/>
              <a:ahLst/>
              <a:cxnLst/>
              <a:rect l="l" t="t" r="r" b="b"/>
              <a:pathLst>
                <a:path w="1151" h="112" extrusionOk="0">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4"/>
            <p:cNvSpPr/>
            <p:nvPr/>
          </p:nvSpPr>
          <p:spPr>
            <a:xfrm>
              <a:off x="6820392" y="2206886"/>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4"/>
            <p:cNvSpPr/>
            <p:nvPr/>
          </p:nvSpPr>
          <p:spPr>
            <a:xfrm>
              <a:off x="7123669" y="2357403"/>
              <a:ext cx="67382" cy="7139"/>
            </a:xfrm>
            <a:custGeom>
              <a:avLst/>
              <a:gdLst/>
              <a:ahLst/>
              <a:cxnLst/>
              <a:rect l="l" t="t" r="r" b="b"/>
              <a:pathLst>
                <a:path w="1142" h="121" extrusionOk="0">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4"/>
            <p:cNvSpPr/>
            <p:nvPr/>
          </p:nvSpPr>
          <p:spPr>
            <a:xfrm>
              <a:off x="7019115" y="2357403"/>
              <a:ext cx="63015" cy="7139"/>
            </a:xfrm>
            <a:custGeom>
              <a:avLst/>
              <a:gdLst/>
              <a:ahLst/>
              <a:cxnLst/>
              <a:rect l="l" t="t" r="r" b="b"/>
              <a:pathLst>
                <a:path w="1068" h="121" extrusionOk="0">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4"/>
            <p:cNvSpPr/>
            <p:nvPr/>
          </p:nvSpPr>
          <p:spPr>
            <a:xfrm>
              <a:off x="6820392" y="2140094"/>
              <a:ext cx="94228" cy="7139"/>
            </a:xfrm>
            <a:custGeom>
              <a:avLst/>
              <a:gdLst/>
              <a:ahLst/>
              <a:cxnLst/>
              <a:rect l="l" t="t" r="r" b="b"/>
              <a:pathLst>
                <a:path w="1597" h="121" extrusionOk="0">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4"/>
            <p:cNvSpPr/>
            <p:nvPr/>
          </p:nvSpPr>
          <p:spPr>
            <a:xfrm>
              <a:off x="6945184" y="2140094"/>
              <a:ext cx="155533" cy="7139"/>
            </a:xfrm>
            <a:custGeom>
              <a:avLst/>
              <a:gdLst/>
              <a:ahLst/>
              <a:cxnLst/>
              <a:rect l="l" t="t" r="r" b="b"/>
              <a:pathLst>
                <a:path w="2636" h="121" extrusionOk="0">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4"/>
            <p:cNvSpPr/>
            <p:nvPr/>
          </p:nvSpPr>
          <p:spPr>
            <a:xfrm>
              <a:off x="7142255" y="2140094"/>
              <a:ext cx="62484" cy="7139"/>
            </a:xfrm>
            <a:custGeom>
              <a:avLst/>
              <a:gdLst/>
              <a:ahLst/>
              <a:cxnLst/>
              <a:rect l="l" t="t" r="r" b="b"/>
              <a:pathLst>
                <a:path w="1059" h="121" extrusionOk="0">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4"/>
            <p:cNvSpPr/>
            <p:nvPr/>
          </p:nvSpPr>
          <p:spPr>
            <a:xfrm>
              <a:off x="7017994" y="2427440"/>
              <a:ext cx="155533" cy="7198"/>
            </a:xfrm>
            <a:custGeom>
              <a:avLst/>
              <a:gdLst/>
              <a:ahLst/>
              <a:cxnLst/>
              <a:rect l="l" t="t" r="r" b="b"/>
              <a:pathLst>
                <a:path w="2636" h="122" extrusionOk="0">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4"/>
            <p:cNvSpPr/>
            <p:nvPr/>
          </p:nvSpPr>
          <p:spPr>
            <a:xfrm>
              <a:off x="7018584" y="2493111"/>
              <a:ext cx="62425" cy="7198"/>
            </a:xfrm>
            <a:custGeom>
              <a:avLst/>
              <a:gdLst/>
              <a:ahLst/>
              <a:cxnLst/>
              <a:rect l="l" t="t" r="r" b="b"/>
              <a:pathLst>
                <a:path w="1058" h="122" extrusionOk="0">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4"/>
            <p:cNvSpPr/>
            <p:nvPr/>
          </p:nvSpPr>
          <p:spPr>
            <a:xfrm>
              <a:off x="7433436" y="2415403"/>
              <a:ext cx="731876" cy="52170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4"/>
            <p:cNvSpPr/>
            <p:nvPr/>
          </p:nvSpPr>
          <p:spPr>
            <a:xfrm>
              <a:off x="7430191" y="2412099"/>
              <a:ext cx="738957" cy="528846"/>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4"/>
            <p:cNvSpPr/>
            <p:nvPr/>
          </p:nvSpPr>
          <p:spPr>
            <a:xfrm>
              <a:off x="7474502" y="2375989"/>
              <a:ext cx="731876" cy="88210"/>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4"/>
            <p:cNvSpPr/>
            <p:nvPr/>
          </p:nvSpPr>
          <p:spPr>
            <a:xfrm>
              <a:off x="7471198" y="2372685"/>
              <a:ext cx="738485" cy="94759"/>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4"/>
            <p:cNvSpPr/>
            <p:nvPr/>
          </p:nvSpPr>
          <p:spPr>
            <a:xfrm>
              <a:off x="7553862" y="2401715"/>
              <a:ext cx="33455" cy="33986"/>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4"/>
            <p:cNvSpPr/>
            <p:nvPr/>
          </p:nvSpPr>
          <p:spPr>
            <a:xfrm>
              <a:off x="7606434" y="2401715"/>
              <a:ext cx="33986" cy="33986"/>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4"/>
            <p:cNvSpPr/>
            <p:nvPr/>
          </p:nvSpPr>
          <p:spPr>
            <a:xfrm>
              <a:off x="7501349" y="2401715"/>
              <a:ext cx="33986" cy="33986"/>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4"/>
            <p:cNvSpPr/>
            <p:nvPr/>
          </p:nvSpPr>
          <p:spPr>
            <a:xfrm>
              <a:off x="7473971" y="2464140"/>
              <a:ext cx="732407" cy="430252"/>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4"/>
            <p:cNvSpPr/>
            <p:nvPr/>
          </p:nvSpPr>
          <p:spPr>
            <a:xfrm>
              <a:off x="7470667" y="2460305"/>
              <a:ext cx="739016" cy="437391"/>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4"/>
            <p:cNvSpPr/>
            <p:nvPr/>
          </p:nvSpPr>
          <p:spPr>
            <a:xfrm>
              <a:off x="7778310" y="2564859"/>
              <a:ext cx="336083" cy="6608"/>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4"/>
            <p:cNvSpPr/>
            <p:nvPr/>
          </p:nvSpPr>
          <p:spPr>
            <a:xfrm>
              <a:off x="7778310" y="2614657"/>
              <a:ext cx="122668" cy="7139"/>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4"/>
            <p:cNvSpPr/>
            <p:nvPr/>
          </p:nvSpPr>
          <p:spPr>
            <a:xfrm>
              <a:off x="7941395" y="2614657"/>
              <a:ext cx="147272" cy="7139"/>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4"/>
            <p:cNvSpPr/>
            <p:nvPr/>
          </p:nvSpPr>
          <p:spPr>
            <a:xfrm>
              <a:off x="7778310" y="2766237"/>
              <a:ext cx="217899" cy="666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4"/>
            <p:cNvSpPr/>
            <p:nvPr/>
          </p:nvSpPr>
          <p:spPr>
            <a:xfrm>
              <a:off x="7778310" y="2667170"/>
              <a:ext cx="338856" cy="7198"/>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4"/>
            <p:cNvSpPr/>
            <p:nvPr/>
          </p:nvSpPr>
          <p:spPr>
            <a:xfrm>
              <a:off x="7778310" y="2716969"/>
              <a:ext cx="112224" cy="7198"/>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4"/>
            <p:cNvSpPr/>
            <p:nvPr/>
          </p:nvSpPr>
          <p:spPr>
            <a:xfrm>
              <a:off x="7915670" y="2716969"/>
              <a:ext cx="198723" cy="7198"/>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4"/>
            <p:cNvSpPr/>
            <p:nvPr/>
          </p:nvSpPr>
          <p:spPr>
            <a:xfrm>
              <a:off x="7525953" y="2548397"/>
              <a:ext cx="219020" cy="219020"/>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4"/>
            <p:cNvSpPr/>
            <p:nvPr/>
          </p:nvSpPr>
          <p:spPr>
            <a:xfrm>
              <a:off x="7522649" y="2545151"/>
              <a:ext cx="225567" cy="225567"/>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4"/>
            <p:cNvSpPr/>
            <p:nvPr/>
          </p:nvSpPr>
          <p:spPr>
            <a:xfrm>
              <a:off x="7516631" y="2550049"/>
              <a:ext cx="218489" cy="218430"/>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4"/>
            <p:cNvSpPr/>
            <p:nvPr/>
          </p:nvSpPr>
          <p:spPr>
            <a:xfrm>
              <a:off x="7513386" y="2546213"/>
              <a:ext cx="225569" cy="225569"/>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4"/>
            <p:cNvSpPr/>
            <p:nvPr/>
          </p:nvSpPr>
          <p:spPr>
            <a:xfrm>
              <a:off x="7662251" y="2565921"/>
              <a:ext cx="54814" cy="54814"/>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4"/>
            <p:cNvSpPr/>
            <p:nvPr/>
          </p:nvSpPr>
          <p:spPr>
            <a:xfrm>
              <a:off x="7658947" y="2562085"/>
              <a:ext cx="61363" cy="61894"/>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4"/>
            <p:cNvSpPr/>
            <p:nvPr/>
          </p:nvSpPr>
          <p:spPr>
            <a:xfrm>
              <a:off x="7985707" y="2216444"/>
              <a:ext cx="377208" cy="339092"/>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4"/>
            <p:cNvSpPr/>
            <p:nvPr/>
          </p:nvSpPr>
          <p:spPr>
            <a:xfrm>
              <a:off x="8001047" y="2212904"/>
              <a:ext cx="345995" cy="345995"/>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4"/>
            <p:cNvSpPr/>
            <p:nvPr/>
          </p:nvSpPr>
          <p:spPr>
            <a:xfrm>
              <a:off x="7997212" y="2199923"/>
              <a:ext cx="384878" cy="339387"/>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4"/>
            <p:cNvSpPr/>
            <p:nvPr/>
          </p:nvSpPr>
          <p:spPr>
            <a:xfrm>
              <a:off x="8016388" y="2196442"/>
              <a:ext cx="345995" cy="345995"/>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4"/>
            <p:cNvSpPr/>
            <p:nvPr/>
          </p:nvSpPr>
          <p:spPr>
            <a:xfrm>
              <a:off x="8070553" y="2285655"/>
              <a:ext cx="224507" cy="141844"/>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4"/>
            <p:cNvSpPr/>
            <p:nvPr/>
          </p:nvSpPr>
          <p:spPr>
            <a:xfrm>
              <a:off x="8066718" y="2282410"/>
              <a:ext cx="231588" cy="148393"/>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4"/>
            <p:cNvSpPr/>
            <p:nvPr/>
          </p:nvSpPr>
          <p:spPr>
            <a:xfrm>
              <a:off x="5843948" y="3263280"/>
              <a:ext cx="422581" cy="300504"/>
            </a:xfrm>
            <a:custGeom>
              <a:avLst/>
              <a:gdLst/>
              <a:ahLst/>
              <a:cxnLst/>
              <a:rect l="l" t="t" r="r" b="b"/>
              <a:pathLst>
                <a:path w="7162" h="5093" extrusionOk="0">
                  <a:moveTo>
                    <a:pt x="0" y="0"/>
                  </a:moveTo>
                  <a:lnTo>
                    <a:pt x="0" y="5093"/>
                  </a:lnTo>
                  <a:lnTo>
                    <a:pt x="7162" y="5093"/>
                  </a:lnTo>
                  <a:lnTo>
                    <a:pt x="71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4"/>
            <p:cNvSpPr/>
            <p:nvPr/>
          </p:nvSpPr>
          <p:spPr>
            <a:xfrm>
              <a:off x="5840112" y="3259976"/>
              <a:ext cx="429721" cy="307643"/>
            </a:xfrm>
            <a:custGeom>
              <a:avLst/>
              <a:gdLst/>
              <a:ahLst/>
              <a:cxnLst/>
              <a:rect l="l" t="t" r="r" b="b"/>
              <a:pathLst>
                <a:path w="7283" h="5214" extrusionOk="0">
                  <a:moveTo>
                    <a:pt x="7171" y="112"/>
                  </a:moveTo>
                  <a:lnTo>
                    <a:pt x="7171" y="5093"/>
                  </a:lnTo>
                  <a:lnTo>
                    <a:pt x="121" y="5093"/>
                  </a:lnTo>
                  <a:lnTo>
                    <a:pt x="121" y="112"/>
                  </a:lnTo>
                  <a:close/>
                  <a:moveTo>
                    <a:pt x="65" y="0"/>
                  </a:moveTo>
                  <a:cubicBezTo>
                    <a:pt x="28" y="0"/>
                    <a:pt x="0" y="19"/>
                    <a:pt x="0" y="56"/>
                  </a:cubicBezTo>
                  <a:lnTo>
                    <a:pt x="0" y="5149"/>
                  </a:lnTo>
                  <a:cubicBezTo>
                    <a:pt x="0" y="5186"/>
                    <a:pt x="28" y="5214"/>
                    <a:pt x="65" y="5214"/>
                  </a:cubicBezTo>
                  <a:lnTo>
                    <a:pt x="7227" y="5214"/>
                  </a:lnTo>
                  <a:cubicBezTo>
                    <a:pt x="7264" y="5214"/>
                    <a:pt x="7282" y="5186"/>
                    <a:pt x="7282" y="5149"/>
                  </a:cubicBezTo>
                  <a:lnTo>
                    <a:pt x="7282" y="56"/>
                  </a:lnTo>
                  <a:cubicBezTo>
                    <a:pt x="7282" y="19"/>
                    <a:pt x="7264" y="0"/>
                    <a:pt x="7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4"/>
            <p:cNvSpPr/>
            <p:nvPr/>
          </p:nvSpPr>
          <p:spPr>
            <a:xfrm>
              <a:off x="5151544" y="2042680"/>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55"/>
                    <a:pt x="30196" y="0"/>
                    <a:pt x="296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4"/>
            <p:cNvSpPr/>
            <p:nvPr/>
          </p:nvSpPr>
          <p:spPr>
            <a:xfrm>
              <a:off x="5148240" y="2039376"/>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2"/>
                    <a:pt x="1040" y="20762"/>
                  </a:cubicBezTo>
                  <a:lnTo>
                    <a:pt x="29705" y="20762"/>
                  </a:lnTo>
                  <a:cubicBezTo>
                    <a:pt x="30280" y="20762"/>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4"/>
            <p:cNvSpPr/>
            <p:nvPr/>
          </p:nvSpPr>
          <p:spPr>
            <a:xfrm>
              <a:off x="5151544" y="2076076"/>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64"/>
                    <a:pt x="30196" y="0"/>
                    <a:pt x="296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4"/>
            <p:cNvSpPr/>
            <p:nvPr/>
          </p:nvSpPr>
          <p:spPr>
            <a:xfrm>
              <a:off x="5148240" y="2072771"/>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1"/>
                    <a:pt x="1040" y="20761"/>
                  </a:cubicBezTo>
                  <a:lnTo>
                    <a:pt x="29705" y="20761"/>
                  </a:lnTo>
                  <a:cubicBezTo>
                    <a:pt x="30280" y="20761"/>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4"/>
            <p:cNvSpPr/>
            <p:nvPr/>
          </p:nvSpPr>
          <p:spPr>
            <a:xfrm>
              <a:off x="5254977" y="2195380"/>
              <a:ext cx="1597218" cy="973790"/>
            </a:xfrm>
            <a:custGeom>
              <a:avLst/>
              <a:gdLst/>
              <a:ahLst/>
              <a:cxnLst/>
              <a:rect l="l" t="t" r="r" b="b"/>
              <a:pathLst>
                <a:path w="27070" h="16504" extrusionOk="0">
                  <a:moveTo>
                    <a:pt x="325" y="0"/>
                  </a:moveTo>
                  <a:cubicBezTo>
                    <a:pt x="149" y="0"/>
                    <a:pt x="0" y="149"/>
                    <a:pt x="0" y="334"/>
                  </a:cubicBezTo>
                  <a:lnTo>
                    <a:pt x="0" y="16503"/>
                  </a:lnTo>
                  <a:lnTo>
                    <a:pt x="27070" y="16503"/>
                  </a:lnTo>
                  <a:lnTo>
                    <a:pt x="27070" y="12218"/>
                  </a:lnTo>
                  <a:lnTo>
                    <a:pt x="27070" y="4676"/>
                  </a:lnTo>
                  <a:lnTo>
                    <a:pt x="27070" y="334"/>
                  </a:lnTo>
                  <a:cubicBezTo>
                    <a:pt x="27070" y="149"/>
                    <a:pt x="26921" y="0"/>
                    <a:pt x="267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4"/>
            <p:cNvSpPr/>
            <p:nvPr/>
          </p:nvSpPr>
          <p:spPr>
            <a:xfrm>
              <a:off x="5251673" y="2192076"/>
              <a:ext cx="1603826" cy="980929"/>
            </a:xfrm>
            <a:custGeom>
              <a:avLst/>
              <a:gdLst/>
              <a:ahLst/>
              <a:cxnLst/>
              <a:rect l="l" t="t" r="r" b="b"/>
              <a:pathLst>
                <a:path w="27182" h="16625" extrusionOk="0">
                  <a:moveTo>
                    <a:pt x="381" y="1"/>
                  </a:moveTo>
                  <a:cubicBezTo>
                    <a:pt x="168" y="1"/>
                    <a:pt x="1" y="177"/>
                    <a:pt x="1" y="390"/>
                  </a:cubicBezTo>
                  <a:lnTo>
                    <a:pt x="1" y="16559"/>
                  </a:lnTo>
                  <a:cubicBezTo>
                    <a:pt x="1" y="16597"/>
                    <a:pt x="29" y="16624"/>
                    <a:pt x="56" y="16624"/>
                  </a:cubicBezTo>
                  <a:lnTo>
                    <a:pt x="27126" y="16624"/>
                  </a:lnTo>
                  <a:cubicBezTo>
                    <a:pt x="27154" y="16624"/>
                    <a:pt x="27182" y="16597"/>
                    <a:pt x="27182" y="16559"/>
                  </a:cubicBezTo>
                  <a:lnTo>
                    <a:pt x="27182" y="12274"/>
                  </a:lnTo>
                  <a:cubicBezTo>
                    <a:pt x="27182" y="12237"/>
                    <a:pt x="27154" y="12218"/>
                    <a:pt x="27126" y="12218"/>
                  </a:cubicBezTo>
                  <a:cubicBezTo>
                    <a:pt x="27089" y="12218"/>
                    <a:pt x="27070" y="12237"/>
                    <a:pt x="27070" y="12274"/>
                  </a:cubicBezTo>
                  <a:lnTo>
                    <a:pt x="27070" y="16504"/>
                  </a:lnTo>
                  <a:lnTo>
                    <a:pt x="121" y="16504"/>
                  </a:lnTo>
                  <a:lnTo>
                    <a:pt x="121" y="390"/>
                  </a:lnTo>
                  <a:cubicBezTo>
                    <a:pt x="121" y="242"/>
                    <a:pt x="233" y="112"/>
                    <a:pt x="381" y="112"/>
                  </a:cubicBezTo>
                  <a:lnTo>
                    <a:pt x="26801" y="112"/>
                  </a:lnTo>
                  <a:cubicBezTo>
                    <a:pt x="26950" y="112"/>
                    <a:pt x="27070" y="242"/>
                    <a:pt x="27070" y="390"/>
                  </a:cubicBezTo>
                  <a:lnTo>
                    <a:pt x="27070" y="4732"/>
                  </a:lnTo>
                  <a:cubicBezTo>
                    <a:pt x="27070" y="4760"/>
                    <a:pt x="27089" y="4787"/>
                    <a:pt x="27126" y="4787"/>
                  </a:cubicBezTo>
                  <a:cubicBezTo>
                    <a:pt x="27154" y="4787"/>
                    <a:pt x="27182" y="4760"/>
                    <a:pt x="27182" y="4732"/>
                  </a:cubicBezTo>
                  <a:lnTo>
                    <a:pt x="27182" y="390"/>
                  </a:lnTo>
                  <a:cubicBezTo>
                    <a:pt x="27182" y="177"/>
                    <a:pt x="27015" y="1"/>
                    <a:pt x="268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4"/>
            <p:cNvSpPr/>
            <p:nvPr/>
          </p:nvSpPr>
          <p:spPr>
            <a:xfrm>
              <a:off x="6850543" y="2586749"/>
              <a:ext cx="6608" cy="189990"/>
            </a:xfrm>
            <a:custGeom>
              <a:avLst/>
              <a:gdLst/>
              <a:ahLst/>
              <a:cxnLst/>
              <a:rect l="l" t="t" r="r" b="b"/>
              <a:pathLst>
                <a:path w="112" h="3220" extrusionOk="0">
                  <a:moveTo>
                    <a:pt x="56" y="0"/>
                  </a:moveTo>
                  <a:cubicBezTo>
                    <a:pt x="19" y="0"/>
                    <a:pt x="0" y="28"/>
                    <a:pt x="0" y="56"/>
                  </a:cubicBezTo>
                  <a:lnTo>
                    <a:pt x="0" y="3163"/>
                  </a:lnTo>
                  <a:cubicBezTo>
                    <a:pt x="0" y="3201"/>
                    <a:pt x="19" y="3219"/>
                    <a:pt x="56" y="3219"/>
                  </a:cubicBezTo>
                  <a:cubicBezTo>
                    <a:pt x="84" y="3219"/>
                    <a:pt x="111" y="3201"/>
                    <a:pt x="111" y="3163"/>
                  </a:cubicBezTo>
                  <a:lnTo>
                    <a:pt x="111" y="56"/>
                  </a:lnTo>
                  <a:cubicBezTo>
                    <a:pt x="111" y="28"/>
                    <a:pt x="84"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4"/>
            <p:cNvSpPr/>
            <p:nvPr/>
          </p:nvSpPr>
          <p:spPr>
            <a:xfrm>
              <a:off x="6035531" y="2114369"/>
              <a:ext cx="38883" cy="38352"/>
            </a:xfrm>
            <a:custGeom>
              <a:avLst/>
              <a:gdLst/>
              <a:ahLst/>
              <a:cxnLst/>
              <a:rect l="l" t="t" r="r" b="b"/>
              <a:pathLst>
                <a:path w="659" h="650" extrusionOk="0">
                  <a:moveTo>
                    <a:pt x="334" y="0"/>
                  </a:moveTo>
                  <a:cubicBezTo>
                    <a:pt x="148" y="0"/>
                    <a:pt x="0" y="140"/>
                    <a:pt x="0" y="325"/>
                  </a:cubicBezTo>
                  <a:cubicBezTo>
                    <a:pt x="0" y="511"/>
                    <a:pt x="148" y="650"/>
                    <a:pt x="334" y="650"/>
                  </a:cubicBezTo>
                  <a:cubicBezTo>
                    <a:pt x="520" y="650"/>
                    <a:pt x="659" y="511"/>
                    <a:pt x="659" y="325"/>
                  </a:cubicBezTo>
                  <a:cubicBezTo>
                    <a:pt x="659" y="140"/>
                    <a:pt x="510" y="0"/>
                    <a:pt x="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4"/>
            <p:cNvSpPr/>
            <p:nvPr/>
          </p:nvSpPr>
          <p:spPr>
            <a:xfrm>
              <a:off x="6032227" y="2110533"/>
              <a:ext cx="46023" cy="46023"/>
            </a:xfrm>
            <a:custGeom>
              <a:avLst/>
              <a:gdLst/>
              <a:ahLst/>
              <a:cxnLst/>
              <a:rect l="l" t="t" r="r" b="b"/>
              <a:pathLst>
                <a:path w="780" h="780" extrusionOk="0">
                  <a:moveTo>
                    <a:pt x="390" y="121"/>
                  </a:moveTo>
                  <a:cubicBezTo>
                    <a:pt x="538" y="121"/>
                    <a:pt x="659" y="242"/>
                    <a:pt x="659" y="390"/>
                  </a:cubicBezTo>
                  <a:cubicBezTo>
                    <a:pt x="659" y="538"/>
                    <a:pt x="538" y="659"/>
                    <a:pt x="390" y="659"/>
                  </a:cubicBezTo>
                  <a:cubicBezTo>
                    <a:pt x="242" y="659"/>
                    <a:pt x="121" y="538"/>
                    <a:pt x="121" y="390"/>
                  </a:cubicBezTo>
                  <a:cubicBezTo>
                    <a:pt x="121" y="242"/>
                    <a:pt x="242" y="121"/>
                    <a:pt x="390" y="121"/>
                  </a:cubicBezTo>
                  <a:close/>
                  <a:moveTo>
                    <a:pt x="390" y="0"/>
                  </a:moveTo>
                  <a:cubicBezTo>
                    <a:pt x="177" y="0"/>
                    <a:pt x="0" y="177"/>
                    <a:pt x="0" y="390"/>
                  </a:cubicBezTo>
                  <a:cubicBezTo>
                    <a:pt x="0" y="603"/>
                    <a:pt x="177" y="780"/>
                    <a:pt x="390" y="780"/>
                  </a:cubicBezTo>
                  <a:cubicBezTo>
                    <a:pt x="603" y="780"/>
                    <a:pt x="780" y="603"/>
                    <a:pt x="780" y="390"/>
                  </a:cubicBezTo>
                  <a:cubicBezTo>
                    <a:pt x="780" y="177"/>
                    <a:pt x="603" y="0"/>
                    <a:pt x="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4"/>
            <p:cNvSpPr/>
            <p:nvPr/>
          </p:nvSpPr>
          <p:spPr>
            <a:xfrm>
              <a:off x="6808356" y="3211239"/>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4"/>
            <p:cNvSpPr/>
            <p:nvPr/>
          </p:nvSpPr>
          <p:spPr>
            <a:xfrm>
              <a:off x="6805111" y="3207404"/>
              <a:ext cx="46023" cy="46082"/>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4"/>
            <p:cNvSpPr/>
            <p:nvPr/>
          </p:nvSpPr>
          <p:spPr>
            <a:xfrm>
              <a:off x="6741564" y="3219441"/>
              <a:ext cx="22539" cy="21949"/>
            </a:xfrm>
            <a:custGeom>
              <a:avLst/>
              <a:gdLst/>
              <a:ahLst/>
              <a:cxnLst/>
              <a:rect l="l" t="t" r="r" b="b"/>
              <a:pathLst>
                <a:path w="382" h="372" extrusionOk="0">
                  <a:moveTo>
                    <a:pt x="196" y="112"/>
                  </a:moveTo>
                  <a:cubicBezTo>
                    <a:pt x="233" y="112"/>
                    <a:pt x="270" y="149"/>
                    <a:pt x="270" y="186"/>
                  </a:cubicBezTo>
                  <a:cubicBezTo>
                    <a:pt x="270" y="224"/>
                    <a:pt x="233" y="261"/>
                    <a:pt x="196" y="261"/>
                  </a:cubicBezTo>
                  <a:cubicBezTo>
                    <a:pt x="149" y="261"/>
                    <a:pt x="122" y="224"/>
                    <a:pt x="122" y="186"/>
                  </a:cubicBezTo>
                  <a:cubicBezTo>
                    <a:pt x="122" y="149"/>
                    <a:pt x="149" y="112"/>
                    <a:pt x="196" y="112"/>
                  </a:cubicBezTo>
                  <a:close/>
                  <a:moveTo>
                    <a:pt x="196" y="1"/>
                  </a:moveTo>
                  <a:cubicBezTo>
                    <a:pt x="84" y="1"/>
                    <a:pt x="1" y="84"/>
                    <a:pt x="1" y="186"/>
                  </a:cubicBezTo>
                  <a:cubicBezTo>
                    <a:pt x="1" y="289"/>
                    <a:pt x="84" y="372"/>
                    <a:pt x="196" y="372"/>
                  </a:cubicBezTo>
                  <a:cubicBezTo>
                    <a:pt x="298" y="372"/>
                    <a:pt x="381" y="289"/>
                    <a:pt x="381" y="186"/>
                  </a:cubicBez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4"/>
            <p:cNvSpPr/>
            <p:nvPr/>
          </p:nvSpPr>
          <p:spPr>
            <a:xfrm>
              <a:off x="6697253" y="3219441"/>
              <a:ext cx="22480" cy="21949"/>
            </a:xfrm>
            <a:custGeom>
              <a:avLst/>
              <a:gdLst/>
              <a:ahLst/>
              <a:cxnLst/>
              <a:rect l="l" t="t" r="r" b="b"/>
              <a:pathLst>
                <a:path w="381" h="372" extrusionOk="0">
                  <a:moveTo>
                    <a:pt x="195" y="112"/>
                  </a:moveTo>
                  <a:cubicBezTo>
                    <a:pt x="233" y="112"/>
                    <a:pt x="270" y="149"/>
                    <a:pt x="270" y="186"/>
                  </a:cubicBezTo>
                  <a:cubicBezTo>
                    <a:pt x="270" y="224"/>
                    <a:pt x="233" y="261"/>
                    <a:pt x="195" y="261"/>
                  </a:cubicBezTo>
                  <a:cubicBezTo>
                    <a:pt x="149" y="261"/>
                    <a:pt x="121" y="224"/>
                    <a:pt x="121" y="186"/>
                  </a:cubicBezTo>
                  <a:cubicBezTo>
                    <a:pt x="121" y="149"/>
                    <a:pt x="149" y="112"/>
                    <a:pt x="195" y="112"/>
                  </a:cubicBezTo>
                  <a:close/>
                  <a:moveTo>
                    <a:pt x="195" y="1"/>
                  </a:moveTo>
                  <a:cubicBezTo>
                    <a:pt x="84" y="1"/>
                    <a:pt x="1" y="84"/>
                    <a:pt x="1" y="186"/>
                  </a:cubicBezTo>
                  <a:cubicBezTo>
                    <a:pt x="1" y="289"/>
                    <a:pt x="84" y="372"/>
                    <a:pt x="195" y="372"/>
                  </a:cubicBezTo>
                  <a:cubicBezTo>
                    <a:pt x="297" y="372"/>
                    <a:pt x="381" y="289"/>
                    <a:pt x="381" y="186"/>
                  </a:cubicBezTo>
                  <a:cubicBezTo>
                    <a:pt x="381" y="84"/>
                    <a:pt x="297" y="1"/>
                    <a:pt x="1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4"/>
            <p:cNvSpPr/>
            <p:nvPr/>
          </p:nvSpPr>
          <p:spPr>
            <a:xfrm>
              <a:off x="5844479" y="3294434"/>
              <a:ext cx="421519" cy="77825"/>
            </a:xfrm>
            <a:custGeom>
              <a:avLst/>
              <a:gdLst/>
              <a:ahLst/>
              <a:cxnLst/>
              <a:rect l="l" t="t" r="r" b="b"/>
              <a:pathLst>
                <a:path w="7144" h="1319" extrusionOk="0">
                  <a:moveTo>
                    <a:pt x="0" y="1"/>
                  </a:moveTo>
                  <a:lnTo>
                    <a:pt x="0" y="1318"/>
                  </a:lnTo>
                  <a:lnTo>
                    <a:pt x="7144" y="1318"/>
                  </a:lnTo>
                  <a:lnTo>
                    <a:pt x="71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4"/>
            <p:cNvSpPr/>
            <p:nvPr/>
          </p:nvSpPr>
          <p:spPr>
            <a:xfrm>
              <a:off x="5841174" y="3291189"/>
              <a:ext cx="428128" cy="84316"/>
            </a:xfrm>
            <a:custGeom>
              <a:avLst/>
              <a:gdLst/>
              <a:ahLst/>
              <a:cxnLst/>
              <a:rect l="l" t="t" r="r" b="b"/>
              <a:pathLst>
                <a:path w="7256" h="1429" extrusionOk="0">
                  <a:moveTo>
                    <a:pt x="7135" y="111"/>
                  </a:moveTo>
                  <a:lnTo>
                    <a:pt x="7135" y="1317"/>
                  </a:lnTo>
                  <a:lnTo>
                    <a:pt x="112" y="1317"/>
                  </a:lnTo>
                  <a:lnTo>
                    <a:pt x="112" y="111"/>
                  </a:lnTo>
                  <a:close/>
                  <a:moveTo>
                    <a:pt x="56" y="0"/>
                  </a:moveTo>
                  <a:cubicBezTo>
                    <a:pt x="29" y="0"/>
                    <a:pt x="1" y="28"/>
                    <a:pt x="1" y="56"/>
                  </a:cubicBezTo>
                  <a:lnTo>
                    <a:pt x="1" y="1373"/>
                  </a:lnTo>
                  <a:cubicBezTo>
                    <a:pt x="1" y="1401"/>
                    <a:pt x="29" y="1429"/>
                    <a:pt x="56" y="1429"/>
                  </a:cubicBezTo>
                  <a:lnTo>
                    <a:pt x="7200" y="1429"/>
                  </a:lnTo>
                  <a:cubicBezTo>
                    <a:pt x="7227" y="1429"/>
                    <a:pt x="7255" y="1401"/>
                    <a:pt x="7255" y="1373"/>
                  </a:cubicBezTo>
                  <a:lnTo>
                    <a:pt x="7255" y="56"/>
                  </a:lnTo>
                  <a:cubicBezTo>
                    <a:pt x="7255" y="28"/>
                    <a:pt x="7227" y="0"/>
                    <a:pt x="7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4"/>
            <p:cNvSpPr/>
            <p:nvPr/>
          </p:nvSpPr>
          <p:spPr>
            <a:xfrm>
              <a:off x="5257691" y="3542955"/>
              <a:ext cx="1595094" cy="130869"/>
            </a:xfrm>
            <a:custGeom>
              <a:avLst/>
              <a:gdLst/>
              <a:ahLst/>
              <a:cxnLst/>
              <a:rect l="l" t="t" r="r" b="b"/>
              <a:pathLst>
                <a:path w="27034" h="2218" extrusionOk="0">
                  <a:moveTo>
                    <a:pt x="2218" y="0"/>
                  </a:moveTo>
                  <a:cubicBezTo>
                    <a:pt x="1429" y="38"/>
                    <a:pt x="724" y="492"/>
                    <a:pt x="446" y="1160"/>
                  </a:cubicBezTo>
                  <a:lnTo>
                    <a:pt x="1" y="2218"/>
                  </a:lnTo>
                  <a:lnTo>
                    <a:pt x="27033" y="2218"/>
                  </a:lnTo>
                  <a:cubicBezTo>
                    <a:pt x="27033" y="1522"/>
                    <a:pt x="26653" y="900"/>
                    <a:pt x="26059" y="492"/>
                  </a:cubicBezTo>
                  <a:cubicBezTo>
                    <a:pt x="26031" y="474"/>
                    <a:pt x="26003" y="455"/>
                    <a:pt x="25976" y="436"/>
                  </a:cubicBezTo>
                  <a:cubicBezTo>
                    <a:pt x="25540" y="158"/>
                    <a:pt x="25002" y="0"/>
                    <a:pt x="244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4"/>
            <p:cNvSpPr/>
            <p:nvPr/>
          </p:nvSpPr>
          <p:spPr>
            <a:xfrm>
              <a:off x="5253856" y="3539120"/>
              <a:ext cx="1602764" cy="138540"/>
            </a:xfrm>
            <a:custGeom>
              <a:avLst/>
              <a:gdLst/>
              <a:ahLst/>
              <a:cxnLst/>
              <a:rect l="l" t="t" r="r" b="b"/>
              <a:pathLst>
                <a:path w="27164" h="2348" extrusionOk="0">
                  <a:moveTo>
                    <a:pt x="24482" y="121"/>
                  </a:moveTo>
                  <a:cubicBezTo>
                    <a:pt x="25029" y="121"/>
                    <a:pt x="25558" y="270"/>
                    <a:pt x="26004" y="548"/>
                  </a:cubicBezTo>
                  <a:lnTo>
                    <a:pt x="26031" y="566"/>
                  </a:lnTo>
                  <a:cubicBezTo>
                    <a:pt x="26050" y="576"/>
                    <a:pt x="26068" y="585"/>
                    <a:pt x="26087" y="603"/>
                  </a:cubicBezTo>
                  <a:cubicBezTo>
                    <a:pt x="26681" y="1002"/>
                    <a:pt x="27024" y="1596"/>
                    <a:pt x="27043" y="2227"/>
                  </a:cubicBezTo>
                  <a:lnTo>
                    <a:pt x="149" y="2227"/>
                  </a:lnTo>
                  <a:lnTo>
                    <a:pt x="558" y="1244"/>
                  </a:lnTo>
                  <a:cubicBezTo>
                    <a:pt x="836" y="603"/>
                    <a:pt x="1504" y="158"/>
                    <a:pt x="2283" y="121"/>
                  </a:cubicBezTo>
                  <a:close/>
                  <a:moveTo>
                    <a:pt x="2385" y="0"/>
                  </a:moveTo>
                  <a:cubicBezTo>
                    <a:pt x="2348" y="0"/>
                    <a:pt x="2320" y="10"/>
                    <a:pt x="2292" y="10"/>
                  </a:cubicBezTo>
                  <a:lnTo>
                    <a:pt x="2274" y="10"/>
                  </a:lnTo>
                  <a:cubicBezTo>
                    <a:pt x="1457" y="47"/>
                    <a:pt x="743" y="511"/>
                    <a:pt x="456" y="1197"/>
                  </a:cubicBezTo>
                  <a:lnTo>
                    <a:pt x="10" y="2264"/>
                  </a:lnTo>
                  <a:cubicBezTo>
                    <a:pt x="1" y="2283"/>
                    <a:pt x="1" y="2301"/>
                    <a:pt x="10" y="2320"/>
                  </a:cubicBezTo>
                  <a:cubicBezTo>
                    <a:pt x="29" y="2338"/>
                    <a:pt x="47" y="2347"/>
                    <a:pt x="66" y="2347"/>
                  </a:cubicBezTo>
                  <a:lnTo>
                    <a:pt x="27098" y="2347"/>
                  </a:lnTo>
                  <a:cubicBezTo>
                    <a:pt x="27135" y="2347"/>
                    <a:pt x="27163" y="2320"/>
                    <a:pt x="27163" y="2283"/>
                  </a:cubicBezTo>
                  <a:cubicBezTo>
                    <a:pt x="27163" y="1587"/>
                    <a:pt x="26792" y="937"/>
                    <a:pt x="26152" y="501"/>
                  </a:cubicBezTo>
                  <a:cubicBezTo>
                    <a:pt x="26133" y="492"/>
                    <a:pt x="26115" y="483"/>
                    <a:pt x="26087" y="464"/>
                  </a:cubicBezTo>
                  <a:lnTo>
                    <a:pt x="26068" y="455"/>
                  </a:lnTo>
                  <a:cubicBezTo>
                    <a:pt x="25605" y="158"/>
                    <a:pt x="25057" y="0"/>
                    <a:pt x="244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4"/>
            <p:cNvSpPr/>
            <p:nvPr/>
          </p:nvSpPr>
          <p:spPr>
            <a:xfrm>
              <a:off x="542573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4"/>
            <p:cNvSpPr/>
            <p:nvPr/>
          </p:nvSpPr>
          <p:spPr>
            <a:xfrm>
              <a:off x="5422487" y="3569743"/>
              <a:ext cx="119895" cy="44960"/>
            </a:xfrm>
            <a:custGeom>
              <a:avLst/>
              <a:gdLst/>
              <a:ahLst/>
              <a:cxnLst/>
              <a:rect l="l" t="t" r="r" b="b"/>
              <a:pathLst>
                <a:path w="2032"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32" y="706"/>
                  </a:cubicBezTo>
                  <a:lnTo>
                    <a:pt x="2032" y="446"/>
                  </a:lnTo>
                  <a:cubicBezTo>
                    <a:pt x="203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4"/>
            <p:cNvSpPr/>
            <p:nvPr/>
          </p:nvSpPr>
          <p:spPr>
            <a:xfrm>
              <a:off x="5565334" y="3573047"/>
              <a:ext cx="113345" cy="38352"/>
            </a:xfrm>
            <a:custGeom>
              <a:avLst/>
              <a:gdLst/>
              <a:ahLst/>
              <a:cxnLst/>
              <a:rect l="l" t="t" r="r" b="b"/>
              <a:pathLst>
                <a:path w="1921" h="650" extrusionOk="0">
                  <a:moveTo>
                    <a:pt x="390" y="1"/>
                  </a:moveTo>
                  <a:cubicBezTo>
                    <a:pt x="177" y="1"/>
                    <a:pt x="0" y="177"/>
                    <a:pt x="0" y="390"/>
                  </a:cubicBezTo>
                  <a:lnTo>
                    <a:pt x="0" y="650"/>
                  </a:lnTo>
                  <a:lnTo>
                    <a:pt x="1921" y="650"/>
                  </a:lnTo>
                  <a:lnTo>
                    <a:pt x="1921" y="390"/>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4"/>
            <p:cNvSpPr/>
            <p:nvPr/>
          </p:nvSpPr>
          <p:spPr>
            <a:xfrm>
              <a:off x="5562030" y="3569743"/>
              <a:ext cx="119954" cy="44960"/>
            </a:xfrm>
            <a:custGeom>
              <a:avLst/>
              <a:gdLst/>
              <a:ahLst/>
              <a:cxnLst/>
              <a:rect l="l" t="t" r="r" b="b"/>
              <a:pathLst>
                <a:path w="2033" h="762" extrusionOk="0">
                  <a:moveTo>
                    <a:pt x="1587" y="122"/>
                  </a:moveTo>
                  <a:cubicBezTo>
                    <a:pt x="1773" y="122"/>
                    <a:pt x="1912" y="261"/>
                    <a:pt x="1912" y="446"/>
                  </a:cubicBezTo>
                  <a:lnTo>
                    <a:pt x="1912" y="650"/>
                  </a:lnTo>
                  <a:lnTo>
                    <a:pt x="121" y="650"/>
                  </a:lnTo>
                  <a:lnTo>
                    <a:pt x="121" y="446"/>
                  </a:lnTo>
                  <a:cubicBezTo>
                    <a:pt x="121" y="261"/>
                    <a:pt x="260" y="122"/>
                    <a:pt x="446" y="122"/>
                  </a:cubicBezTo>
                  <a:close/>
                  <a:moveTo>
                    <a:pt x="446" y="1"/>
                  </a:moveTo>
                  <a:cubicBezTo>
                    <a:pt x="196" y="1"/>
                    <a:pt x="1" y="205"/>
                    <a:pt x="1" y="446"/>
                  </a:cubicBezTo>
                  <a:lnTo>
                    <a:pt x="1" y="706"/>
                  </a:lnTo>
                  <a:cubicBezTo>
                    <a:pt x="1" y="743"/>
                    <a:pt x="29" y="762"/>
                    <a:pt x="56" y="762"/>
                  </a:cubicBezTo>
                  <a:lnTo>
                    <a:pt x="1977" y="762"/>
                  </a:lnTo>
                  <a:cubicBezTo>
                    <a:pt x="2004"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4"/>
            <p:cNvSpPr/>
            <p:nvPr/>
          </p:nvSpPr>
          <p:spPr>
            <a:xfrm>
              <a:off x="5708712"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4"/>
            <p:cNvSpPr/>
            <p:nvPr/>
          </p:nvSpPr>
          <p:spPr>
            <a:xfrm>
              <a:off x="5705467" y="3569743"/>
              <a:ext cx="119895" cy="44960"/>
            </a:xfrm>
            <a:custGeom>
              <a:avLst/>
              <a:gdLst/>
              <a:ahLst/>
              <a:cxnLst/>
              <a:rect l="l" t="t" r="r" b="b"/>
              <a:pathLst>
                <a:path w="2032"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4"/>
            <p:cNvSpPr/>
            <p:nvPr/>
          </p:nvSpPr>
          <p:spPr>
            <a:xfrm>
              <a:off x="5848314" y="3573047"/>
              <a:ext cx="112814" cy="38352"/>
            </a:xfrm>
            <a:custGeom>
              <a:avLst/>
              <a:gdLst/>
              <a:ahLst/>
              <a:cxnLst/>
              <a:rect l="l" t="t" r="r" b="b"/>
              <a:pathLst>
                <a:path w="1912" h="650" extrusionOk="0">
                  <a:moveTo>
                    <a:pt x="381" y="1"/>
                  </a:moveTo>
                  <a:cubicBezTo>
                    <a:pt x="177" y="1"/>
                    <a:pt x="0" y="177"/>
                    <a:pt x="0" y="390"/>
                  </a:cubicBezTo>
                  <a:lnTo>
                    <a:pt x="0" y="650"/>
                  </a:lnTo>
                  <a:lnTo>
                    <a:pt x="1911" y="650"/>
                  </a:lnTo>
                  <a:lnTo>
                    <a:pt x="1911" y="390"/>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4"/>
            <p:cNvSpPr/>
            <p:nvPr/>
          </p:nvSpPr>
          <p:spPr>
            <a:xfrm>
              <a:off x="5845010" y="3569743"/>
              <a:ext cx="119954" cy="44960"/>
            </a:xfrm>
            <a:custGeom>
              <a:avLst/>
              <a:gdLst/>
              <a:ahLst/>
              <a:cxnLst/>
              <a:rect l="l" t="t" r="r" b="b"/>
              <a:pathLst>
                <a:path w="2033" h="762" extrusionOk="0">
                  <a:moveTo>
                    <a:pt x="1587" y="122"/>
                  </a:moveTo>
                  <a:cubicBezTo>
                    <a:pt x="1763"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6" y="762"/>
                  </a:cubicBezTo>
                  <a:lnTo>
                    <a:pt x="1967" y="762"/>
                  </a:lnTo>
                  <a:cubicBezTo>
                    <a:pt x="2005"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4"/>
            <p:cNvSpPr/>
            <p:nvPr/>
          </p:nvSpPr>
          <p:spPr>
            <a:xfrm>
              <a:off x="5990099"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4"/>
            <p:cNvSpPr/>
            <p:nvPr/>
          </p:nvSpPr>
          <p:spPr>
            <a:xfrm>
              <a:off x="5986794"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19" y="762"/>
                    <a:pt x="56" y="762"/>
                  </a:cubicBezTo>
                  <a:lnTo>
                    <a:pt x="1967" y="762"/>
                  </a:lnTo>
                  <a:cubicBezTo>
                    <a:pt x="1995"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4"/>
            <p:cNvSpPr/>
            <p:nvPr/>
          </p:nvSpPr>
          <p:spPr>
            <a:xfrm>
              <a:off x="612964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4"/>
            <p:cNvSpPr/>
            <p:nvPr/>
          </p:nvSpPr>
          <p:spPr>
            <a:xfrm>
              <a:off x="6126337" y="3569743"/>
              <a:ext cx="119423" cy="44960"/>
            </a:xfrm>
            <a:custGeom>
              <a:avLst/>
              <a:gdLst/>
              <a:ahLst/>
              <a:cxnLst/>
              <a:rect l="l" t="t" r="r" b="b"/>
              <a:pathLst>
                <a:path w="2024" h="762" extrusionOk="0">
                  <a:moveTo>
                    <a:pt x="1587" y="122"/>
                  </a:moveTo>
                  <a:cubicBezTo>
                    <a:pt x="1764"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7" y="762"/>
                  </a:cubicBezTo>
                  <a:lnTo>
                    <a:pt x="1968" y="762"/>
                  </a:lnTo>
                  <a:cubicBezTo>
                    <a:pt x="2005" y="762"/>
                    <a:pt x="2023" y="743"/>
                    <a:pt x="2023" y="706"/>
                  </a:cubicBezTo>
                  <a:lnTo>
                    <a:pt x="2023" y="446"/>
                  </a:lnTo>
                  <a:cubicBezTo>
                    <a:pt x="2023" y="196"/>
                    <a:pt x="1829"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4"/>
            <p:cNvSpPr/>
            <p:nvPr/>
          </p:nvSpPr>
          <p:spPr>
            <a:xfrm>
              <a:off x="6273078"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4"/>
            <p:cNvSpPr/>
            <p:nvPr/>
          </p:nvSpPr>
          <p:spPr>
            <a:xfrm>
              <a:off x="6269243" y="3569743"/>
              <a:ext cx="119895" cy="44960"/>
            </a:xfrm>
            <a:custGeom>
              <a:avLst/>
              <a:gdLst/>
              <a:ahLst/>
              <a:cxnLst/>
              <a:rect l="l" t="t" r="r" b="b"/>
              <a:pathLst>
                <a:path w="2032" h="762" extrusionOk="0">
                  <a:moveTo>
                    <a:pt x="1596" y="122"/>
                  </a:moveTo>
                  <a:cubicBezTo>
                    <a:pt x="1772" y="122"/>
                    <a:pt x="1920" y="261"/>
                    <a:pt x="1920" y="446"/>
                  </a:cubicBezTo>
                  <a:lnTo>
                    <a:pt x="1920" y="650"/>
                  </a:lnTo>
                  <a:lnTo>
                    <a:pt x="121" y="650"/>
                  </a:lnTo>
                  <a:lnTo>
                    <a:pt x="121" y="446"/>
                  </a:lnTo>
                  <a:cubicBezTo>
                    <a:pt x="121" y="261"/>
                    <a:pt x="269" y="122"/>
                    <a:pt x="445" y="122"/>
                  </a:cubicBezTo>
                  <a:close/>
                  <a:moveTo>
                    <a:pt x="445" y="1"/>
                  </a:moveTo>
                  <a:cubicBezTo>
                    <a:pt x="204" y="1"/>
                    <a:pt x="0" y="205"/>
                    <a:pt x="0" y="446"/>
                  </a:cubicBezTo>
                  <a:lnTo>
                    <a:pt x="0" y="706"/>
                  </a:lnTo>
                  <a:cubicBezTo>
                    <a:pt x="0" y="743"/>
                    <a:pt x="28" y="762"/>
                    <a:pt x="65" y="762"/>
                  </a:cubicBezTo>
                  <a:lnTo>
                    <a:pt x="1976" y="762"/>
                  </a:lnTo>
                  <a:cubicBezTo>
                    <a:pt x="2004" y="762"/>
                    <a:pt x="2032" y="743"/>
                    <a:pt x="2032" y="706"/>
                  </a:cubicBezTo>
                  <a:lnTo>
                    <a:pt x="2032" y="446"/>
                  </a:lnTo>
                  <a:cubicBezTo>
                    <a:pt x="2032" y="196"/>
                    <a:pt x="1837" y="1"/>
                    <a:pt x="1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4"/>
            <p:cNvSpPr/>
            <p:nvPr/>
          </p:nvSpPr>
          <p:spPr>
            <a:xfrm>
              <a:off x="641262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4"/>
            <p:cNvSpPr/>
            <p:nvPr/>
          </p:nvSpPr>
          <p:spPr>
            <a:xfrm>
              <a:off x="6409376" y="3569743"/>
              <a:ext cx="119364" cy="44960"/>
            </a:xfrm>
            <a:custGeom>
              <a:avLst/>
              <a:gdLst/>
              <a:ahLst/>
              <a:cxnLst/>
              <a:rect l="l" t="t" r="r" b="b"/>
              <a:pathLst>
                <a:path w="2023"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22" y="706"/>
                  </a:cubicBezTo>
                  <a:lnTo>
                    <a:pt x="2022" y="446"/>
                  </a:lnTo>
                  <a:cubicBezTo>
                    <a:pt x="202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4"/>
            <p:cNvSpPr/>
            <p:nvPr/>
          </p:nvSpPr>
          <p:spPr>
            <a:xfrm>
              <a:off x="655930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4"/>
            <p:cNvSpPr/>
            <p:nvPr/>
          </p:nvSpPr>
          <p:spPr>
            <a:xfrm>
              <a:off x="6556058"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4"/>
            <p:cNvSpPr/>
            <p:nvPr/>
          </p:nvSpPr>
          <p:spPr>
            <a:xfrm>
              <a:off x="535953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4"/>
            <p:cNvSpPr/>
            <p:nvPr/>
          </p:nvSpPr>
          <p:spPr>
            <a:xfrm>
              <a:off x="5356227"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4"/>
            <p:cNvSpPr/>
            <p:nvPr/>
          </p:nvSpPr>
          <p:spPr>
            <a:xfrm>
              <a:off x="549907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4"/>
            <p:cNvSpPr/>
            <p:nvPr/>
          </p:nvSpPr>
          <p:spPr>
            <a:xfrm>
              <a:off x="549582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4"/>
            <p:cNvSpPr/>
            <p:nvPr/>
          </p:nvSpPr>
          <p:spPr>
            <a:xfrm>
              <a:off x="564251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4"/>
            <p:cNvSpPr/>
            <p:nvPr/>
          </p:nvSpPr>
          <p:spPr>
            <a:xfrm>
              <a:off x="5639206"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4"/>
            <p:cNvSpPr/>
            <p:nvPr/>
          </p:nvSpPr>
          <p:spPr>
            <a:xfrm>
              <a:off x="5782053"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4"/>
            <p:cNvSpPr/>
            <p:nvPr/>
          </p:nvSpPr>
          <p:spPr>
            <a:xfrm>
              <a:off x="577880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23"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4"/>
            <p:cNvSpPr/>
            <p:nvPr/>
          </p:nvSpPr>
          <p:spPr>
            <a:xfrm>
              <a:off x="5923307" y="3599304"/>
              <a:ext cx="113345" cy="38411"/>
            </a:xfrm>
            <a:custGeom>
              <a:avLst/>
              <a:gdLst/>
              <a:ahLst/>
              <a:cxnLst/>
              <a:rect l="l" t="t" r="r" b="b"/>
              <a:pathLst>
                <a:path w="1921" h="651" extrusionOk="0">
                  <a:moveTo>
                    <a:pt x="390" y="1"/>
                  </a:moveTo>
                  <a:cubicBezTo>
                    <a:pt x="177" y="1"/>
                    <a:pt x="0" y="177"/>
                    <a:pt x="0" y="381"/>
                  </a:cubicBezTo>
                  <a:lnTo>
                    <a:pt x="0" y="650"/>
                  </a:lnTo>
                  <a:lnTo>
                    <a:pt x="1921" y="650"/>
                  </a:lnTo>
                  <a:lnTo>
                    <a:pt x="1921" y="381"/>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4"/>
            <p:cNvSpPr/>
            <p:nvPr/>
          </p:nvSpPr>
          <p:spPr>
            <a:xfrm>
              <a:off x="5920003"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56" y="761"/>
                  </a:cubicBezTo>
                  <a:lnTo>
                    <a:pt x="1977"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4"/>
            <p:cNvSpPr/>
            <p:nvPr/>
          </p:nvSpPr>
          <p:spPr>
            <a:xfrm>
              <a:off x="606344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4"/>
            <p:cNvSpPr/>
            <p:nvPr/>
          </p:nvSpPr>
          <p:spPr>
            <a:xfrm>
              <a:off x="6060136"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4"/>
            <p:cNvSpPr/>
            <p:nvPr/>
          </p:nvSpPr>
          <p:spPr>
            <a:xfrm>
              <a:off x="6206818" y="3599304"/>
              <a:ext cx="112814" cy="38411"/>
            </a:xfrm>
            <a:custGeom>
              <a:avLst/>
              <a:gdLst/>
              <a:ahLst/>
              <a:cxnLst/>
              <a:rect l="l" t="t" r="r" b="b"/>
              <a:pathLst>
                <a:path w="1912" h="651" extrusionOk="0">
                  <a:moveTo>
                    <a:pt x="381" y="1"/>
                  </a:moveTo>
                  <a:cubicBezTo>
                    <a:pt x="168" y="1"/>
                    <a:pt x="1" y="177"/>
                    <a:pt x="1" y="381"/>
                  </a:cubicBezTo>
                  <a:lnTo>
                    <a:pt x="1" y="650"/>
                  </a:lnTo>
                  <a:lnTo>
                    <a:pt x="1912" y="650"/>
                  </a:lnTo>
                  <a:lnTo>
                    <a:pt x="1912" y="381"/>
                  </a:lnTo>
                  <a:cubicBezTo>
                    <a:pt x="1912" y="177"/>
                    <a:pt x="1735" y="1"/>
                    <a:pt x="15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4"/>
            <p:cNvSpPr/>
            <p:nvPr/>
          </p:nvSpPr>
          <p:spPr>
            <a:xfrm>
              <a:off x="6202982"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66" y="761"/>
                  </a:cubicBezTo>
                  <a:lnTo>
                    <a:pt x="1977" y="761"/>
                  </a:lnTo>
                  <a:cubicBezTo>
                    <a:pt x="2004" y="761"/>
                    <a:pt x="2032" y="733"/>
                    <a:pt x="2032" y="705"/>
                  </a:cubicBezTo>
                  <a:lnTo>
                    <a:pt x="2032" y="436"/>
                  </a:lnTo>
                  <a:cubicBezTo>
                    <a:pt x="2032" y="195"/>
                    <a:pt x="1838"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4"/>
            <p:cNvSpPr/>
            <p:nvPr/>
          </p:nvSpPr>
          <p:spPr>
            <a:xfrm>
              <a:off x="6346419"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4"/>
            <p:cNvSpPr/>
            <p:nvPr/>
          </p:nvSpPr>
          <p:spPr>
            <a:xfrm>
              <a:off x="6342584" y="3596058"/>
              <a:ext cx="119895" cy="44901"/>
            </a:xfrm>
            <a:custGeom>
              <a:avLst/>
              <a:gdLst/>
              <a:ahLst/>
              <a:cxnLst/>
              <a:rect l="l" t="t" r="r" b="b"/>
              <a:pathLst>
                <a:path w="2032" h="761" extrusionOk="0">
                  <a:moveTo>
                    <a:pt x="1596" y="112"/>
                  </a:moveTo>
                  <a:cubicBezTo>
                    <a:pt x="1772" y="112"/>
                    <a:pt x="1921" y="260"/>
                    <a:pt x="1921" y="436"/>
                  </a:cubicBezTo>
                  <a:lnTo>
                    <a:pt x="1921" y="650"/>
                  </a:lnTo>
                  <a:lnTo>
                    <a:pt x="121" y="650"/>
                  </a:lnTo>
                  <a:lnTo>
                    <a:pt x="121" y="436"/>
                  </a:lnTo>
                  <a:cubicBezTo>
                    <a:pt x="121" y="260"/>
                    <a:pt x="269" y="112"/>
                    <a:pt x="446" y="112"/>
                  </a:cubicBezTo>
                  <a:close/>
                  <a:moveTo>
                    <a:pt x="446" y="0"/>
                  </a:moveTo>
                  <a:cubicBezTo>
                    <a:pt x="204" y="0"/>
                    <a:pt x="0" y="195"/>
                    <a:pt x="0" y="436"/>
                  </a:cubicBezTo>
                  <a:lnTo>
                    <a:pt x="0" y="705"/>
                  </a:lnTo>
                  <a:cubicBezTo>
                    <a:pt x="0" y="733"/>
                    <a:pt x="28" y="761"/>
                    <a:pt x="65" y="761"/>
                  </a:cubicBezTo>
                  <a:lnTo>
                    <a:pt x="1976"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4"/>
            <p:cNvSpPr/>
            <p:nvPr/>
          </p:nvSpPr>
          <p:spPr>
            <a:xfrm>
              <a:off x="649310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4"/>
            <p:cNvSpPr/>
            <p:nvPr/>
          </p:nvSpPr>
          <p:spPr>
            <a:xfrm>
              <a:off x="6489797"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4"/>
            <p:cNvSpPr/>
            <p:nvPr/>
          </p:nvSpPr>
          <p:spPr>
            <a:xfrm>
              <a:off x="663264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4"/>
            <p:cNvSpPr/>
            <p:nvPr/>
          </p:nvSpPr>
          <p:spPr>
            <a:xfrm>
              <a:off x="6629399"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4"/>
            <p:cNvSpPr/>
            <p:nvPr/>
          </p:nvSpPr>
          <p:spPr>
            <a:xfrm>
              <a:off x="5370447" y="2293916"/>
              <a:ext cx="907057" cy="792060"/>
            </a:xfrm>
            <a:custGeom>
              <a:avLst/>
              <a:gdLst/>
              <a:ahLst/>
              <a:cxnLst/>
              <a:rect l="l" t="t" r="r" b="b"/>
              <a:pathLst>
                <a:path w="15373" h="13424" extrusionOk="0">
                  <a:moveTo>
                    <a:pt x="465" y="0"/>
                  </a:moveTo>
                  <a:cubicBezTo>
                    <a:pt x="214" y="0"/>
                    <a:pt x="1" y="213"/>
                    <a:pt x="1" y="464"/>
                  </a:cubicBezTo>
                  <a:lnTo>
                    <a:pt x="1" y="12960"/>
                  </a:lnTo>
                  <a:cubicBezTo>
                    <a:pt x="1" y="13210"/>
                    <a:pt x="214" y="13423"/>
                    <a:pt x="465" y="13423"/>
                  </a:cubicBezTo>
                  <a:lnTo>
                    <a:pt x="14909" y="13423"/>
                  </a:lnTo>
                  <a:cubicBezTo>
                    <a:pt x="15168" y="13423"/>
                    <a:pt x="15372" y="13210"/>
                    <a:pt x="15372" y="12960"/>
                  </a:cubicBezTo>
                  <a:lnTo>
                    <a:pt x="15372" y="464"/>
                  </a:lnTo>
                  <a:cubicBezTo>
                    <a:pt x="15372" y="204"/>
                    <a:pt x="15168" y="0"/>
                    <a:pt x="14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4"/>
            <p:cNvSpPr/>
            <p:nvPr/>
          </p:nvSpPr>
          <p:spPr>
            <a:xfrm>
              <a:off x="5367201" y="2290611"/>
              <a:ext cx="913606" cy="798668"/>
            </a:xfrm>
            <a:custGeom>
              <a:avLst/>
              <a:gdLst/>
              <a:ahLst/>
              <a:cxnLst/>
              <a:rect l="l" t="t" r="r" b="b"/>
              <a:pathLst>
                <a:path w="15484" h="13536" extrusionOk="0">
                  <a:moveTo>
                    <a:pt x="14964" y="112"/>
                  </a:moveTo>
                  <a:cubicBezTo>
                    <a:pt x="15186" y="112"/>
                    <a:pt x="15372" y="297"/>
                    <a:pt x="15372" y="520"/>
                  </a:cubicBezTo>
                  <a:lnTo>
                    <a:pt x="15372" y="13016"/>
                  </a:lnTo>
                  <a:cubicBezTo>
                    <a:pt x="15372" y="13238"/>
                    <a:pt x="15186" y="13414"/>
                    <a:pt x="14964" y="13414"/>
                  </a:cubicBezTo>
                  <a:lnTo>
                    <a:pt x="520" y="13414"/>
                  </a:lnTo>
                  <a:cubicBezTo>
                    <a:pt x="297" y="13414"/>
                    <a:pt x="112" y="13238"/>
                    <a:pt x="112" y="13016"/>
                  </a:cubicBezTo>
                  <a:lnTo>
                    <a:pt x="112" y="520"/>
                  </a:lnTo>
                  <a:cubicBezTo>
                    <a:pt x="112" y="297"/>
                    <a:pt x="297" y="112"/>
                    <a:pt x="520" y="112"/>
                  </a:cubicBezTo>
                  <a:close/>
                  <a:moveTo>
                    <a:pt x="520" y="0"/>
                  </a:moveTo>
                  <a:cubicBezTo>
                    <a:pt x="232" y="0"/>
                    <a:pt x="0" y="232"/>
                    <a:pt x="0" y="520"/>
                  </a:cubicBezTo>
                  <a:lnTo>
                    <a:pt x="0" y="13016"/>
                  </a:lnTo>
                  <a:cubicBezTo>
                    <a:pt x="0" y="13303"/>
                    <a:pt x="232" y="13535"/>
                    <a:pt x="520" y="13535"/>
                  </a:cubicBezTo>
                  <a:lnTo>
                    <a:pt x="14964" y="13535"/>
                  </a:lnTo>
                  <a:cubicBezTo>
                    <a:pt x="15251" y="13535"/>
                    <a:pt x="15483" y="13303"/>
                    <a:pt x="15483" y="13016"/>
                  </a:cubicBez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4"/>
            <p:cNvSpPr/>
            <p:nvPr/>
          </p:nvSpPr>
          <p:spPr>
            <a:xfrm>
              <a:off x="5370447" y="2293916"/>
              <a:ext cx="907057" cy="72279"/>
            </a:xfrm>
            <a:custGeom>
              <a:avLst/>
              <a:gdLst/>
              <a:ahLst/>
              <a:cxnLst/>
              <a:rect l="l" t="t" r="r" b="b"/>
              <a:pathLst>
                <a:path w="15373" h="1225" extrusionOk="0">
                  <a:moveTo>
                    <a:pt x="465" y="0"/>
                  </a:moveTo>
                  <a:cubicBezTo>
                    <a:pt x="214" y="0"/>
                    <a:pt x="1" y="204"/>
                    <a:pt x="1" y="464"/>
                  </a:cubicBezTo>
                  <a:lnTo>
                    <a:pt x="1" y="1225"/>
                  </a:lnTo>
                  <a:lnTo>
                    <a:pt x="15372" y="1225"/>
                  </a:lnTo>
                  <a:lnTo>
                    <a:pt x="15372" y="464"/>
                  </a:lnTo>
                  <a:cubicBezTo>
                    <a:pt x="15372" y="204"/>
                    <a:pt x="15168" y="0"/>
                    <a:pt x="14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4"/>
            <p:cNvSpPr/>
            <p:nvPr/>
          </p:nvSpPr>
          <p:spPr>
            <a:xfrm>
              <a:off x="5367201" y="2290611"/>
              <a:ext cx="913606" cy="78887"/>
            </a:xfrm>
            <a:custGeom>
              <a:avLst/>
              <a:gdLst/>
              <a:ahLst/>
              <a:cxnLst/>
              <a:rect l="l" t="t" r="r" b="b"/>
              <a:pathLst>
                <a:path w="15484" h="1337" extrusionOk="0">
                  <a:moveTo>
                    <a:pt x="14964" y="112"/>
                  </a:moveTo>
                  <a:cubicBezTo>
                    <a:pt x="15186" y="112"/>
                    <a:pt x="15372" y="297"/>
                    <a:pt x="15372" y="520"/>
                  </a:cubicBezTo>
                  <a:lnTo>
                    <a:pt x="15372" y="1225"/>
                  </a:lnTo>
                  <a:lnTo>
                    <a:pt x="112" y="1225"/>
                  </a:lnTo>
                  <a:lnTo>
                    <a:pt x="112" y="520"/>
                  </a:lnTo>
                  <a:cubicBezTo>
                    <a:pt x="112" y="297"/>
                    <a:pt x="297" y="112"/>
                    <a:pt x="520" y="112"/>
                  </a:cubicBezTo>
                  <a:close/>
                  <a:moveTo>
                    <a:pt x="520" y="0"/>
                  </a:moveTo>
                  <a:cubicBezTo>
                    <a:pt x="232" y="0"/>
                    <a:pt x="0" y="232"/>
                    <a:pt x="0" y="520"/>
                  </a:cubicBezTo>
                  <a:lnTo>
                    <a:pt x="0" y="1336"/>
                  </a:lnTo>
                  <a:lnTo>
                    <a:pt x="15483" y="1336"/>
                  </a:ln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4"/>
            <p:cNvSpPr/>
            <p:nvPr/>
          </p:nvSpPr>
          <p:spPr>
            <a:xfrm>
              <a:off x="5462433"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86" y="409"/>
                    <a:pt x="112" y="344"/>
                    <a:pt x="112" y="260"/>
                  </a:cubicBezTo>
                  <a:cubicBezTo>
                    <a:pt x="112" y="177"/>
                    <a:pt x="186" y="112"/>
                    <a:pt x="260" y="112"/>
                  </a:cubicBezTo>
                  <a:close/>
                  <a:moveTo>
                    <a:pt x="260" y="1"/>
                  </a:moveTo>
                  <a:cubicBezTo>
                    <a:pt x="121"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4"/>
            <p:cNvSpPr/>
            <p:nvPr/>
          </p:nvSpPr>
          <p:spPr>
            <a:xfrm>
              <a:off x="55100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12"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4"/>
            <p:cNvSpPr/>
            <p:nvPr/>
          </p:nvSpPr>
          <p:spPr>
            <a:xfrm>
              <a:off x="54153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21" y="1"/>
                    <a:pt x="1" y="112"/>
                    <a:pt x="1" y="260"/>
                  </a:cubicBezTo>
                  <a:cubicBezTo>
                    <a:pt x="1"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4"/>
            <p:cNvSpPr/>
            <p:nvPr/>
          </p:nvSpPr>
          <p:spPr>
            <a:xfrm>
              <a:off x="5458597" y="2489275"/>
              <a:ext cx="556165" cy="7198"/>
            </a:xfrm>
            <a:custGeom>
              <a:avLst/>
              <a:gdLst/>
              <a:ahLst/>
              <a:cxnLst/>
              <a:rect l="l" t="t" r="r" b="b"/>
              <a:pathLst>
                <a:path w="9426" h="122" extrusionOk="0">
                  <a:moveTo>
                    <a:pt x="65" y="1"/>
                  </a:moveTo>
                  <a:cubicBezTo>
                    <a:pt x="28" y="1"/>
                    <a:pt x="0" y="29"/>
                    <a:pt x="0" y="57"/>
                  </a:cubicBezTo>
                  <a:cubicBezTo>
                    <a:pt x="0" y="94"/>
                    <a:pt x="28" y="121"/>
                    <a:pt x="65" y="121"/>
                  </a:cubicBezTo>
                  <a:lnTo>
                    <a:pt x="9370" y="121"/>
                  </a:lnTo>
                  <a:cubicBezTo>
                    <a:pt x="9398" y="121"/>
                    <a:pt x="9426" y="94"/>
                    <a:pt x="9426" y="57"/>
                  </a:cubicBezTo>
                  <a:cubicBezTo>
                    <a:pt x="9426" y="29"/>
                    <a:pt x="9398" y="1"/>
                    <a:pt x="93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4"/>
            <p:cNvSpPr/>
            <p:nvPr/>
          </p:nvSpPr>
          <p:spPr>
            <a:xfrm>
              <a:off x="5458597" y="2588932"/>
              <a:ext cx="199844" cy="7139"/>
            </a:xfrm>
            <a:custGeom>
              <a:avLst/>
              <a:gdLst/>
              <a:ahLst/>
              <a:cxnLst/>
              <a:rect l="l" t="t" r="r" b="b"/>
              <a:pathLst>
                <a:path w="3387" h="121" extrusionOk="0">
                  <a:moveTo>
                    <a:pt x="65" y="0"/>
                  </a:moveTo>
                  <a:cubicBezTo>
                    <a:pt x="28" y="0"/>
                    <a:pt x="0" y="28"/>
                    <a:pt x="0" y="65"/>
                  </a:cubicBezTo>
                  <a:cubicBezTo>
                    <a:pt x="0" y="93"/>
                    <a:pt x="28" y="121"/>
                    <a:pt x="65" y="121"/>
                  </a:cubicBezTo>
                  <a:lnTo>
                    <a:pt x="3331" y="121"/>
                  </a:lnTo>
                  <a:cubicBezTo>
                    <a:pt x="3359" y="121"/>
                    <a:pt x="3386" y="93"/>
                    <a:pt x="3386" y="65"/>
                  </a:cubicBezTo>
                  <a:cubicBezTo>
                    <a:pt x="3386" y="28"/>
                    <a:pt x="3359" y="0"/>
                    <a:pt x="3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4"/>
            <p:cNvSpPr/>
            <p:nvPr/>
          </p:nvSpPr>
          <p:spPr>
            <a:xfrm>
              <a:off x="5731192" y="2588932"/>
              <a:ext cx="240851" cy="7139"/>
            </a:xfrm>
            <a:custGeom>
              <a:avLst/>
              <a:gdLst/>
              <a:ahLst/>
              <a:cxnLst/>
              <a:rect l="l" t="t" r="r" b="b"/>
              <a:pathLst>
                <a:path w="4082" h="121" extrusionOk="0">
                  <a:moveTo>
                    <a:pt x="56" y="0"/>
                  </a:moveTo>
                  <a:cubicBezTo>
                    <a:pt x="19" y="0"/>
                    <a:pt x="0" y="28"/>
                    <a:pt x="0" y="65"/>
                  </a:cubicBezTo>
                  <a:cubicBezTo>
                    <a:pt x="0" y="93"/>
                    <a:pt x="19" y="121"/>
                    <a:pt x="56" y="121"/>
                  </a:cubicBezTo>
                  <a:lnTo>
                    <a:pt x="4026" y="121"/>
                  </a:lnTo>
                  <a:cubicBezTo>
                    <a:pt x="4054" y="121"/>
                    <a:pt x="4082" y="93"/>
                    <a:pt x="4082" y="65"/>
                  </a:cubicBezTo>
                  <a:cubicBezTo>
                    <a:pt x="4082" y="28"/>
                    <a:pt x="4054" y="0"/>
                    <a:pt x="4026"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4"/>
            <p:cNvSpPr/>
            <p:nvPr/>
          </p:nvSpPr>
          <p:spPr>
            <a:xfrm>
              <a:off x="5458597" y="2892150"/>
              <a:ext cx="359094" cy="6608"/>
            </a:xfrm>
            <a:custGeom>
              <a:avLst/>
              <a:gdLst/>
              <a:ahLst/>
              <a:cxnLst/>
              <a:rect l="l" t="t" r="r" b="b"/>
              <a:pathLst>
                <a:path w="6086" h="112" extrusionOk="0">
                  <a:moveTo>
                    <a:pt x="56" y="0"/>
                  </a:moveTo>
                  <a:cubicBezTo>
                    <a:pt x="28" y="0"/>
                    <a:pt x="0" y="19"/>
                    <a:pt x="0" y="56"/>
                  </a:cubicBezTo>
                  <a:cubicBezTo>
                    <a:pt x="0" y="84"/>
                    <a:pt x="28" y="112"/>
                    <a:pt x="56" y="112"/>
                  </a:cubicBezTo>
                  <a:lnTo>
                    <a:pt x="6021" y="112"/>
                  </a:lnTo>
                  <a:cubicBezTo>
                    <a:pt x="6058" y="112"/>
                    <a:pt x="6086" y="84"/>
                    <a:pt x="6086" y="56"/>
                  </a:cubicBezTo>
                  <a:cubicBezTo>
                    <a:pt x="6086" y="19"/>
                    <a:pt x="6058" y="0"/>
                    <a:pt x="60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4"/>
            <p:cNvSpPr/>
            <p:nvPr/>
          </p:nvSpPr>
          <p:spPr>
            <a:xfrm>
              <a:off x="5458597" y="2694017"/>
              <a:ext cx="561121" cy="6608"/>
            </a:xfrm>
            <a:custGeom>
              <a:avLst/>
              <a:gdLst/>
              <a:ahLst/>
              <a:cxnLst/>
              <a:rect l="l" t="t" r="r" b="b"/>
              <a:pathLst>
                <a:path w="9510" h="112" extrusionOk="0">
                  <a:moveTo>
                    <a:pt x="65" y="0"/>
                  </a:moveTo>
                  <a:cubicBezTo>
                    <a:pt x="28" y="0"/>
                    <a:pt x="0" y="28"/>
                    <a:pt x="0" y="56"/>
                  </a:cubicBezTo>
                  <a:cubicBezTo>
                    <a:pt x="0" y="93"/>
                    <a:pt x="28" y="112"/>
                    <a:pt x="65" y="112"/>
                  </a:cubicBezTo>
                  <a:lnTo>
                    <a:pt x="9444" y="112"/>
                  </a:lnTo>
                  <a:cubicBezTo>
                    <a:pt x="9481" y="112"/>
                    <a:pt x="9509" y="93"/>
                    <a:pt x="9509" y="56"/>
                  </a:cubicBezTo>
                  <a:cubicBezTo>
                    <a:pt x="9509" y="28"/>
                    <a:pt x="9481" y="0"/>
                    <a:pt x="94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4"/>
            <p:cNvSpPr/>
            <p:nvPr/>
          </p:nvSpPr>
          <p:spPr>
            <a:xfrm>
              <a:off x="5458597" y="2793614"/>
              <a:ext cx="182320" cy="7198"/>
            </a:xfrm>
            <a:custGeom>
              <a:avLst/>
              <a:gdLst/>
              <a:ahLst/>
              <a:cxnLst/>
              <a:rect l="l" t="t" r="r" b="b"/>
              <a:pathLst>
                <a:path w="3090" h="122" extrusionOk="0">
                  <a:moveTo>
                    <a:pt x="56" y="1"/>
                  </a:moveTo>
                  <a:cubicBezTo>
                    <a:pt x="28" y="1"/>
                    <a:pt x="0" y="29"/>
                    <a:pt x="0" y="66"/>
                  </a:cubicBezTo>
                  <a:cubicBezTo>
                    <a:pt x="0" y="93"/>
                    <a:pt x="28" y="121"/>
                    <a:pt x="56" y="121"/>
                  </a:cubicBezTo>
                  <a:lnTo>
                    <a:pt x="3034" y="121"/>
                  </a:lnTo>
                  <a:cubicBezTo>
                    <a:pt x="3071" y="121"/>
                    <a:pt x="3090" y="93"/>
                    <a:pt x="3090" y="66"/>
                  </a:cubicBezTo>
                  <a:cubicBezTo>
                    <a:pt x="3090" y="29"/>
                    <a:pt x="3071" y="1"/>
                    <a:pt x="30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4"/>
            <p:cNvSpPr/>
            <p:nvPr/>
          </p:nvSpPr>
          <p:spPr>
            <a:xfrm>
              <a:off x="5688474" y="2793614"/>
              <a:ext cx="326288" cy="7198"/>
            </a:xfrm>
            <a:custGeom>
              <a:avLst/>
              <a:gdLst/>
              <a:ahLst/>
              <a:cxnLst/>
              <a:rect l="l" t="t" r="r" b="b"/>
              <a:pathLst>
                <a:path w="5530" h="122" extrusionOk="0">
                  <a:moveTo>
                    <a:pt x="56" y="1"/>
                  </a:moveTo>
                  <a:cubicBezTo>
                    <a:pt x="19" y="1"/>
                    <a:pt x="1" y="29"/>
                    <a:pt x="1" y="66"/>
                  </a:cubicBezTo>
                  <a:cubicBezTo>
                    <a:pt x="1" y="93"/>
                    <a:pt x="19" y="121"/>
                    <a:pt x="56" y="121"/>
                  </a:cubicBezTo>
                  <a:lnTo>
                    <a:pt x="5474" y="121"/>
                  </a:lnTo>
                  <a:cubicBezTo>
                    <a:pt x="5502" y="121"/>
                    <a:pt x="5530" y="93"/>
                    <a:pt x="5530" y="66"/>
                  </a:cubicBezTo>
                  <a:cubicBezTo>
                    <a:pt x="5530" y="29"/>
                    <a:pt x="5502" y="1"/>
                    <a:pt x="5474" y="1"/>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4"/>
            <p:cNvSpPr/>
            <p:nvPr/>
          </p:nvSpPr>
          <p:spPr>
            <a:xfrm>
              <a:off x="6337628" y="2408264"/>
              <a:ext cx="409483" cy="672224"/>
            </a:xfrm>
            <a:custGeom>
              <a:avLst/>
              <a:gdLst/>
              <a:ahLst/>
              <a:cxnLst/>
              <a:rect l="l" t="t" r="r" b="b"/>
              <a:pathLst>
                <a:path w="6940" h="11393" extrusionOk="0">
                  <a:moveTo>
                    <a:pt x="103" y="1"/>
                  </a:moveTo>
                  <a:cubicBezTo>
                    <a:pt x="47" y="1"/>
                    <a:pt x="1" y="47"/>
                    <a:pt x="1" y="103"/>
                  </a:cubicBezTo>
                  <a:lnTo>
                    <a:pt x="1" y="11291"/>
                  </a:lnTo>
                  <a:cubicBezTo>
                    <a:pt x="1" y="11346"/>
                    <a:pt x="47" y="11393"/>
                    <a:pt x="103" y="11393"/>
                  </a:cubicBezTo>
                  <a:lnTo>
                    <a:pt x="6847" y="11393"/>
                  </a:lnTo>
                  <a:cubicBezTo>
                    <a:pt x="6903" y="11393"/>
                    <a:pt x="6940" y="11346"/>
                    <a:pt x="6940" y="11291"/>
                  </a:cubicBezTo>
                  <a:lnTo>
                    <a:pt x="6940" y="103"/>
                  </a:lnTo>
                  <a:cubicBezTo>
                    <a:pt x="6940" y="47"/>
                    <a:pt x="6903" y="1"/>
                    <a:pt x="68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4"/>
            <p:cNvSpPr/>
            <p:nvPr/>
          </p:nvSpPr>
          <p:spPr>
            <a:xfrm>
              <a:off x="6334383" y="2405019"/>
              <a:ext cx="416563" cy="678773"/>
            </a:xfrm>
            <a:custGeom>
              <a:avLst/>
              <a:gdLst/>
              <a:ahLst/>
              <a:cxnLst/>
              <a:rect l="l" t="t" r="r" b="b"/>
              <a:pathLst>
                <a:path w="7060" h="11504" extrusionOk="0">
                  <a:moveTo>
                    <a:pt x="6902" y="121"/>
                  </a:moveTo>
                  <a:cubicBezTo>
                    <a:pt x="6921" y="121"/>
                    <a:pt x="6939" y="130"/>
                    <a:pt x="6939" y="158"/>
                  </a:cubicBezTo>
                  <a:lnTo>
                    <a:pt x="6939" y="11346"/>
                  </a:lnTo>
                  <a:cubicBezTo>
                    <a:pt x="6939" y="11373"/>
                    <a:pt x="6921" y="11392"/>
                    <a:pt x="6902" y="11392"/>
                  </a:cubicBezTo>
                  <a:lnTo>
                    <a:pt x="158" y="11392"/>
                  </a:lnTo>
                  <a:cubicBezTo>
                    <a:pt x="139" y="11392"/>
                    <a:pt x="121" y="11373"/>
                    <a:pt x="121" y="11346"/>
                  </a:cubicBezTo>
                  <a:lnTo>
                    <a:pt x="121" y="158"/>
                  </a:lnTo>
                  <a:cubicBezTo>
                    <a:pt x="121" y="130"/>
                    <a:pt x="139" y="121"/>
                    <a:pt x="158" y="121"/>
                  </a:cubicBezTo>
                  <a:close/>
                  <a:moveTo>
                    <a:pt x="158" y="0"/>
                  </a:moveTo>
                  <a:cubicBezTo>
                    <a:pt x="65" y="0"/>
                    <a:pt x="0" y="65"/>
                    <a:pt x="0" y="158"/>
                  </a:cubicBezTo>
                  <a:lnTo>
                    <a:pt x="0" y="11346"/>
                  </a:lnTo>
                  <a:cubicBezTo>
                    <a:pt x="0" y="11438"/>
                    <a:pt x="74" y="11503"/>
                    <a:pt x="158" y="11503"/>
                  </a:cubicBezTo>
                  <a:lnTo>
                    <a:pt x="6902" y="11503"/>
                  </a:lnTo>
                  <a:cubicBezTo>
                    <a:pt x="6985" y="11503"/>
                    <a:pt x="7060" y="11438"/>
                    <a:pt x="7060" y="11346"/>
                  </a:cubicBezTo>
                  <a:lnTo>
                    <a:pt x="7060" y="158"/>
                  </a:lnTo>
                  <a:cubicBezTo>
                    <a:pt x="7060" y="65"/>
                    <a:pt x="6985" y="0"/>
                    <a:pt x="6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4"/>
            <p:cNvSpPr/>
            <p:nvPr/>
          </p:nvSpPr>
          <p:spPr>
            <a:xfrm>
              <a:off x="6397280" y="2535829"/>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4"/>
            <p:cNvSpPr/>
            <p:nvPr/>
          </p:nvSpPr>
          <p:spPr>
            <a:xfrm>
              <a:off x="6558772" y="2535829"/>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4"/>
            <p:cNvSpPr/>
            <p:nvPr/>
          </p:nvSpPr>
          <p:spPr>
            <a:xfrm>
              <a:off x="6641967" y="2535829"/>
              <a:ext cx="48796" cy="7139"/>
            </a:xfrm>
            <a:custGeom>
              <a:avLst/>
              <a:gdLst/>
              <a:ahLst/>
              <a:cxnLst/>
              <a:rect l="l" t="t" r="r" b="b"/>
              <a:pathLst>
                <a:path w="827" h="121" extrusionOk="0">
                  <a:moveTo>
                    <a:pt x="56" y="0"/>
                  </a:moveTo>
                  <a:cubicBezTo>
                    <a:pt x="19" y="0"/>
                    <a:pt x="1" y="28"/>
                    <a:pt x="1" y="65"/>
                  </a:cubicBezTo>
                  <a:cubicBezTo>
                    <a:pt x="1" y="93"/>
                    <a:pt x="19" y="121"/>
                    <a:pt x="56" y="121"/>
                  </a:cubicBezTo>
                  <a:lnTo>
                    <a:pt x="771" y="121"/>
                  </a:lnTo>
                  <a:cubicBezTo>
                    <a:pt x="798" y="121"/>
                    <a:pt x="826" y="93"/>
                    <a:pt x="826" y="65"/>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4"/>
            <p:cNvSpPr/>
            <p:nvPr/>
          </p:nvSpPr>
          <p:spPr>
            <a:xfrm>
              <a:off x="6554937" y="2625042"/>
              <a:ext cx="135825" cy="6608"/>
            </a:xfrm>
            <a:custGeom>
              <a:avLst/>
              <a:gdLst/>
              <a:ahLst/>
              <a:cxnLst/>
              <a:rect l="l" t="t" r="r" b="b"/>
              <a:pathLst>
                <a:path w="2302" h="112" extrusionOk="0">
                  <a:moveTo>
                    <a:pt x="56" y="0"/>
                  </a:moveTo>
                  <a:cubicBezTo>
                    <a:pt x="19" y="0"/>
                    <a:pt x="1" y="28"/>
                    <a:pt x="1" y="56"/>
                  </a:cubicBezTo>
                  <a:cubicBezTo>
                    <a:pt x="1" y="93"/>
                    <a:pt x="19" y="112"/>
                    <a:pt x="56" y="112"/>
                  </a:cubicBezTo>
                  <a:lnTo>
                    <a:pt x="2246" y="112"/>
                  </a:lnTo>
                  <a:cubicBezTo>
                    <a:pt x="2273" y="112"/>
                    <a:pt x="2301" y="93"/>
                    <a:pt x="2301" y="56"/>
                  </a:cubicBezTo>
                  <a:cubicBezTo>
                    <a:pt x="2301" y="28"/>
                    <a:pt x="2283"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4"/>
            <p:cNvSpPr/>
            <p:nvPr/>
          </p:nvSpPr>
          <p:spPr>
            <a:xfrm>
              <a:off x="6476108" y="2625042"/>
              <a:ext cx="53162" cy="6608"/>
            </a:xfrm>
            <a:custGeom>
              <a:avLst/>
              <a:gdLst/>
              <a:ahLst/>
              <a:cxnLst/>
              <a:rect l="l" t="t" r="r" b="b"/>
              <a:pathLst>
                <a:path w="901" h="112" extrusionOk="0">
                  <a:moveTo>
                    <a:pt x="56" y="0"/>
                  </a:moveTo>
                  <a:cubicBezTo>
                    <a:pt x="29" y="0"/>
                    <a:pt x="1" y="28"/>
                    <a:pt x="1" y="56"/>
                  </a:cubicBezTo>
                  <a:cubicBezTo>
                    <a:pt x="1" y="93"/>
                    <a:pt x="29" y="112"/>
                    <a:pt x="56" y="112"/>
                  </a:cubicBezTo>
                  <a:lnTo>
                    <a:pt x="845" y="112"/>
                  </a:lnTo>
                  <a:cubicBezTo>
                    <a:pt x="873" y="112"/>
                    <a:pt x="901" y="93"/>
                    <a:pt x="901" y="56"/>
                  </a:cubicBezTo>
                  <a:cubicBezTo>
                    <a:pt x="901" y="28"/>
                    <a:pt x="873" y="0"/>
                    <a:pt x="8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4"/>
            <p:cNvSpPr/>
            <p:nvPr/>
          </p:nvSpPr>
          <p:spPr>
            <a:xfrm>
              <a:off x="6397280" y="2625042"/>
              <a:ext cx="48796" cy="6608"/>
            </a:xfrm>
            <a:custGeom>
              <a:avLst/>
              <a:gdLst/>
              <a:ahLst/>
              <a:cxnLst/>
              <a:rect l="l" t="t" r="r" b="b"/>
              <a:pathLst>
                <a:path w="827" h="112" extrusionOk="0">
                  <a:moveTo>
                    <a:pt x="57" y="0"/>
                  </a:moveTo>
                  <a:cubicBezTo>
                    <a:pt x="20" y="0"/>
                    <a:pt x="1" y="28"/>
                    <a:pt x="1" y="56"/>
                  </a:cubicBezTo>
                  <a:cubicBezTo>
                    <a:pt x="1" y="93"/>
                    <a:pt x="20" y="112"/>
                    <a:pt x="57" y="112"/>
                  </a:cubicBezTo>
                  <a:lnTo>
                    <a:pt x="771" y="112"/>
                  </a:lnTo>
                  <a:cubicBezTo>
                    <a:pt x="808" y="112"/>
                    <a:pt x="827" y="93"/>
                    <a:pt x="827" y="56"/>
                  </a:cubicBezTo>
                  <a:cubicBezTo>
                    <a:pt x="827"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4"/>
            <p:cNvSpPr/>
            <p:nvPr/>
          </p:nvSpPr>
          <p:spPr>
            <a:xfrm>
              <a:off x="6397280" y="2580140"/>
              <a:ext cx="73459" cy="6667"/>
            </a:xfrm>
            <a:custGeom>
              <a:avLst/>
              <a:gdLst/>
              <a:ahLst/>
              <a:cxnLst/>
              <a:rect l="l" t="t" r="r" b="b"/>
              <a:pathLst>
                <a:path w="1245" h="113" extrusionOk="0">
                  <a:moveTo>
                    <a:pt x="57" y="1"/>
                  </a:moveTo>
                  <a:cubicBezTo>
                    <a:pt x="20" y="1"/>
                    <a:pt x="1" y="29"/>
                    <a:pt x="1" y="56"/>
                  </a:cubicBezTo>
                  <a:cubicBezTo>
                    <a:pt x="1" y="94"/>
                    <a:pt x="20" y="112"/>
                    <a:pt x="57" y="112"/>
                  </a:cubicBezTo>
                  <a:lnTo>
                    <a:pt x="1179" y="112"/>
                  </a:lnTo>
                  <a:cubicBezTo>
                    <a:pt x="1216" y="112"/>
                    <a:pt x="1244" y="94"/>
                    <a:pt x="1244" y="56"/>
                  </a:cubicBezTo>
                  <a:cubicBezTo>
                    <a:pt x="1244" y="29"/>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4"/>
            <p:cNvSpPr/>
            <p:nvPr/>
          </p:nvSpPr>
          <p:spPr>
            <a:xfrm>
              <a:off x="6491980" y="2580140"/>
              <a:ext cx="119954" cy="6667"/>
            </a:xfrm>
            <a:custGeom>
              <a:avLst/>
              <a:gdLst/>
              <a:ahLst/>
              <a:cxnLst/>
              <a:rect l="l" t="t" r="r" b="b"/>
              <a:pathLst>
                <a:path w="2033" h="113" extrusionOk="0">
                  <a:moveTo>
                    <a:pt x="56" y="1"/>
                  </a:moveTo>
                  <a:cubicBezTo>
                    <a:pt x="29" y="1"/>
                    <a:pt x="1" y="29"/>
                    <a:pt x="1" y="56"/>
                  </a:cubicBezTo>
                  <a:cubicBezTo>
                    <a:pt x="1" y="94"/>
                    <a:pt x="29" y="112"/>
                    <a:pt x="56" y="112"/>
                  </a:cubicBezTo>
                  <a:lnTo>
                    <a:pt x="1967" y="112"/>
                  </a:lnTo>
                  <a:cubicBezTo>
                    <a:pt x="2005" y="112"/>
                    <a:pt x="2032" y="94"/>
                    <a:pt x="2032" y="56"/>
                  </a:cubicBezTo>
                  <a:cubicBezTo>
                    <a:pt x="2032" y="29"/>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4"/>
            <p:cNvSpPr/>
            <p:nvPr/>
          </p:nvSpPr>
          <p:spPr>
            <a:xfrm>
              <a:off x="6641967" y="2580140"/>
              <a:ext cx="48796" cy="6667"/>
            </a:xfrm>
            <a:custGeom>
              <a:avLst/>
              <a:gdLst/>
              <a:ahLst/>
              <a:cxnLst/>
              <a:rect l="l" t="t" r="r" b="b"/>
              <a:pathLst>
                <a:path w="827" h="113" extrusionOk="0">
                  <a:moveTo>
                    <a:pt x="56" y="1"/>
                  </a:moveTo>
                  <a:cubicBezTo>
                    <a:pt x="19" y="1"/>
                    <a:pt x="1" y="29"/>
                    <a:pt x="1" y="56"/>
                  </a:cubicBezTo>
                  <a:cubicBezTo>
                    <a:pt x="1" y="94"/>
                    <a:pt x="19" y="112"/>
                    <a:pt x="56" y="112"/>
                  </a:cubicBezTo>
                  <a:lnTo>
                    <a:pt x="771" y="112"/>
                  </a:lnTo>
                  <a:cubicBezTo>
                    <a:pt x="798" y="112"/>
                    <a:pt x="826" y="94"/>
                    <a:pt x="826" y="56"/>
                  </a:cubicBezTo>
                  <a:cubicBezTo>
                    <a:pt x="826"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4"/>
            <p:cNvSpPr/>
            <p:nvPr/>
          </p:nvSpPr>
          <p:spPr>
            <a:xfrm>
              <a:off x="6397280" y="2664456"/>
              <a:ext cx="135825" cy="7198"/>
            </a:xfrm>
            <a:custGeom>
              <a:avLst/>
              <a:gdLst/>
              <a:ahLst/>
              <a:cxnLst/>
              <a:rect l="l" t="t" r="r" b="b"/>
              <a:pathLst>
                <a:path w="2302" h="122" extrusionOk="0">
                  <a:moveTo>
                    <a:pt x="57" y="0"/>
                  </a:moveTo>
                  <a:cubicBezTo>
                    <a:pt x="20" y="0"/>
                    <a:pt x="1" y="28"/>
                    <a:pt x="1" y="56"/>
                  </a:cubicBezTo>
                  <a:cubicBezTo>
                    <a:pt x="1" y="93"/>
                    <a:pt x="20" y="121"/>
                    <a:pt x="57" y="121"/>
                  </a:cubicBezTo>
                  <a:lnTo>
                    <a:pt x="2246" y="121"/>
                  </a:lnTo>
                  <a:cubicBezTo>
                    <a:pt x="2274" y="121"/>
                    <a:pt x="2302" y="93"/>
                    <a:pt x="2302" y="56"/>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4"/>
            <p:cNvSpPr/>
            <p:nvPr/>
          </p:nvSpPr>
          <p:spPr>
            <a:xfrm>
              <a:off x="6558772" y="2664456"/>
              <a:ext cx="53162" cy="7198"/>
            </a:xfrm>
            <a:custGeom>
              <a:avLst/>
              <a:gdLst/>
              <a:ahLst/>
              <a:cxnLst/>
              <a:rect l="l" t="t" r="r" b="b"/>
              <a:pathLst>
                <a:path w="901" h="122" extrusionOk="0">
                  <a:moveTo>
                    <a:pt x="56" y="0"/>
                  </a:moveTo>
                  <a:cubicBezTo>
                    <a:pt x="19" y="0"/>
                    <a:pt x="1" y="28"/>
                    <a:pt x="1" y="56"/>
                  </a:cubicBezTo>
                  <a:cubicBezTo>
                    <a:pt x="1" y="93"/>
                    <a:pt x="19" y="121"/>
                    <a:pt x="56" y="121"/>
                  </a:cubicBezTo>
                  <a:lnTo>
                    <a:pt x="835" y="121"/>
                  </a:lnTo>
                  <a:cubicBezTo>
                    <a:pt x="873" y="121"/>
                    <a:pt x="900" y="93"/>
                    <a:pt x="900" y="56"/>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4"/>
            <p:cNvSpPr/>
            <p:nvPr/>
          </p:nvSpPr>
          <p:spPr>
            <a:xfrm>
              <a:off x="6397280" y="2806772"/>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4"/>
            <p:cNvSpPr/>
            <p:nvPr/>
          </p:nvSpPr>
          <p:spPr>
            <a:xfrm>
              <a:off x="6558772" y="2806772"/>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4"/>
            <p:cNvSpPr/>
            <p:nvPr/>
          </p:nvSpPr>
          <p:spPr>
            <a:xfrm>
              <a:off x="6641967" y="2664456"/>
              <a:ext cx="48796" cy="7198"/>
            </a:xfrm>
            <a:custGeom>
              <a:avLst/>
              <a:gdLst/>
              <a:ahLst/>
              <a:cxnLst/>
              <a:rect l="l" t="t" r="r" b="b"/>
              <a:pathLst>
                <a:path w="827" h="122" extrusionOk="0">
                  <a:moveTo>
                    <a:pt x="56" y="0"/>
                  </a:moveTo>
                  <a:cubicBezTo>
                    <a:pt x="19" y="0"/>
                    <a:pt x="1" y="28"/>
                    <a:pt x="1" y="56"/>
                  </a:cubicBezTo>
                  <a:cubicBezTo>
                    <a:pt x="1" y="93"/>
                    <a:pt x="19" y="121"/>
                    <a:pt x="56" y="121"/>
                  </a:cubicBezTo>
                  <a:lnTo>
                    <a:pt x="771" y="121"/>
                  </a:lnTo>
                  <a:cubicBezTo>
                    <a:pt x="798" y="121"/>
                    <a:pt x="826" y="93"/>
                    <a:pt x="826" y="56"/>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4"/>
            <p:cNvSpPr/>
            <p:nvPr/>
          </p:nvSpPr>
          <p:spPr>
            <a:xfrm>
              <a:off x="6554937" y="2753669"/>
              <a:ext cx="135825" cy="6608"/>
            </a:xfrm>
            <a:custGeom>
              <a:avLst/>
              <a:gdLst/>
              <a:ahLst/>
              <a:cxnLst/>
              <a:rect l="l" t="t" r="r" b="b"/>
              <a:pathLst>
                <a:path w="2302" h="112" extrusionOk="0">
                  <a:moveTo>
                    <a:pt x="56" y="1"/>
                  </a:moveTo>
                  <a:cubicBezTo>
                    <a:pt x="19" y="1"/>
                    <a:pt x="1" y="19"/>
                    <a:pt x="1" y="56"/>
                  </a:cubicBezTo>
                  <a:cubicBezTo>
                    <a:pt x="1" y="84"/>
                    <a:pt x="19" y="112"/>
                    <a:pt x="56" y="112"/>
                  </a:cubicBezTo>
                  <a:lnTo>
                    <a:pt x="2246" y="112"/>
                  </a:lnTo>
                  <a:cubicBezTo>
                    <a:pt x="2273" y="112"/>
                    <a:pt x="2301" y="84"/>
                    <a:pt x="2301" y="56"/>
                  </a:cubicBezTo>
                  <a:cubicBezTo>
                    <a:pt x="2301" y="19"/>
                    <a:pt x="2283" y="1"/>
                    <a:pt x="2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4"/>
            <p:cNvSpPr/>
            <p:nvPr/>
          </p:nvSpPr>
          <p:spPr>
            <a:xfrm>
              <a:off x="6476108" y="2753669"/>
              <a:ext cx="53162" cy="6608"/>
            </a:xfrm>
            <a:custGeom>
              <a:avLst/>
              <a:gdLst/>
              <a:ahLst/>
              <a:cxnLst/>
              <a:rect l="l" t="t" r="r" b="b"/>
              <a:pathLst>
                <a:path w="901" h="112" extrusionOk="0">
                  <a:moveTo>
                    <a:pt x="56" y="1"/>
                  </a:moveTo>
                  <a:cubicBezTo>
                    <a:pt x="29" y="1"/>
                    <a:pt x="1" y="19"/>
                    <a:pt x="1" y="56"/>
                  </a:cubicBezTo>
                  <a:cubicBezTo>
                    <a:pt x="1" y="84"/>
                    <a:pt x="29" y="112"/>
                    <a:pt x="56" y="112"/>
                  </a:cubicBezTo>
                  <a:lnTo>
                    <a:pt x="845" y="112"/>
                  </a:lnTo>
                  <a:cubicBezTo>
                    <a:pt x="873" y="112"/>
                    <a:pt x="901" y="84"/>
                    <a:pt x="901" y="56"/>
                  </a:cubicBezTo>
                  <a:cubicBezTo>
                    <a:pt x="901" y="19"/>
                    <a:pt x="873" y="1"/>
                    <a:pt x="8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4"/>
            <p:cNvSpPr/>
            <p:nvPr/>
          </p:nvSpPr>
          <p:spPr>
            <a:xfrm>
              <a:off x="6397280" y="2753669"/>
              <a:ext cx="48796" cy="6608"/>
            </a:xfrm>
            <a:custGeom>
              <a:avLst/>
              <a:gdLst/>
              <a:ahLst/>
              <a:cxnLst/>
              <a:rect l="l" t="t" r="r" b="b"/>
              <a:pathLst>
                <a:path w="827" h="112" extrusionOk="0">
                  <a:moveTo>
                    <a:pt x="57" y="1"/>
                  </a:moveTo>
                  <a:cubicBezTo>
                    <a:pt x="20" y="1"/>
                    <a:pt x="1" y="19"/>
                    <a:pt x="1" y="56"/>
                  </a:cubicBezTo>
                  <a:cubicBezTo>
                    <a:pt x="1" y="84"/>
                    <a:pt x="20" y="112"/>
                    <a:pt x="57" y="112"/>
                  </a:cubicBezTo>
                  <a:lnTo>
                    <a:pt x="771" y="112"/>
                  </a:lnTo>
                  <a:cubicBezTo>
                    <a:pt x="808" y="112"/>
                    <a:pt x="827" y="84"/>
                    <a:pt x="827" y="56"/>
                  </a:cubicBezTo>
                  <a:cubicBezTo>
                    <a:pt x="827" y="19"/>
                    <a:pt x="808" y="1"/>
                    <a:pt x="7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4"/>
            <p:cNvSpPr/>
            <p:nvPr/>
          </p:nvSpPr>
          <p:spPr>
            <a:xfrm>
              <a:off x="6476108" y="2854919"/>
              <a:ext cx="53162" cy="7198"/>
            </a:xfrm>
            <a:custGeom>
              <a:avLst/>
              <a:gdLst/>
              <a:ahLst/>
              <a:cxnLst/>
              <a:rect l="l" t="t" r="r" b="b"/>
              <a:pathLst>
                <a:path w="901" h="122" extrusionOk="0">
                  <a:moveTo>
                    <a:pt x="56" y="1"/>
                  </a:moveTo>
                  <a:cubicBezTo>
                    <a:pt x="29" y="1"/>
                    <a:pt x="1" y="29"/>
                    <a:pt x="1" y="66"/>
                  </a:cubicBezTo>
                  <a:cubicBezTo>
                    <a:pt x="1" y="93"/>
                    <a:pt x="29" y="121"/>
                    <a:pt x="56" y="121"/>
                  </a:cubicBezTo>
                  <a:lnTo>
                    <a:pt x="845" y="121"/>
                  </a:lnTo>
                  <a:cubicBezTo>
                    <a:pt x="873" y="121"/>
                    <a:pt x="901" y="93"/>
                    <a:pt x="901" y="66"/>
                  </a:cubicBezTo>
                  <a:cubicBezTo>
                    <a:pt x="901" y="29"/>
                    <a:pt x="873" y="1"/>
                    <a:pt x="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4"/>
            <p:cNvSpPr/>
            <p:nvPr/>
          </p:nvSpPr>
          <p:spPr>
            <a:xfrm>
              <a:off x="6397280" y="2854919"/>
              <a:ext cx="48796" cy="7198"/>
            </a:xfrm>
            <a:custGeom>
              <a:avLst/>
              <a:gdLst/>
              <a:ahLst/>
              <a:cxnLst/>
              <a:rect l="l" t="t" r="r" b="b"/>
              <a:pathLst>
                <a:path w="827" h="122" extrusionOk="0">
                  <a:moveTo>
                    <a:pt x="57" y="1"/>
                  </a:moveTo>
                  <a:cubicBezTo>
                    <a:pt x="20" y="1"/>
                    <a:pt x="1" y="29"/>
                    <a:pt x="1" y="66"/>
                  </a:cubicBezTo>
                  <a:cubicBezTo>
                    <a:pt x="1" y="93"/>
                    <a:pt x="20" y="121"/>
                    <a:pt x="57" y="121"/>
                  </a:cubicBezTo>
                  <a:lnTo>
                    <a:pt x="771" y="121"/>
                  </a:lnTo>
                  <a:cubicBezTo>
                    <a:pt x="808" y="121"/>
                    <a:pt x="827" y="93"/>
                    <a:pt x="827" y="66"/>
                  </a:cubicBezTo>
                  <a:cubicBezTo>
                    <a:pt x="827"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4"/>
            <p:cNvSpPr/>
            <p:nvPr/>
          </p:nvSpPr>
          <p:spPr>
            <a:xfrm>
              <a:off x="6397280" y="2708236"/>
              <a:ext cx="73459" cy="7198"/>
            </a:xfrm>
            <a:custGeom>
              <a:avLst/>
              <a:gdLst/>
              <a:ahLst/>
              <a:cxnLst/>
              <a:rect l="l" t="t" r="r" b="b"/>
              <a:pathLst>
                <a:path w="1245" h="122" extrusionOk="0">
                  <a:moveTo>
                    <a:pt x="57" y="1"/>
                  </a:moveTo>
                  <a:cubicBezTo>
                    <a:pt x="20" y="1"/>
                    <a:pt x="1" y="28"/>
                    <a:pt x="1" y="65"/>
                  </a:cubicBezTo>
                  <a:cubicBezTo>
                    <a:pt x="1" y="93"/>
                    <a:pt x="20" y="121"/>
                    <a:pt x="57" y="121"/>
                  </a:cubicBezTo>
                  <a:lnTo>
                    <a:pt x="1179" y="121"/>
                  </a:lnTo>
                  <a:cubicBezTo>
                    <a:pt x="1216" y="121"/>
                    <a:pt x="1244" y="93"/>
                    <a:pt x="1244" y="65"/>
                  </a:cubicBezTo>
                  <a:cubicBezTo>
                    <a:pt x="1244" y="28"/>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4"/>
            <p:cNvSpPr/>
            <p:nvPr/>
          </p:nvSpPr>
          <p:spPr>
            <a:xfrm>
              <a:off x="6491980" y="2708236"/>
              <a:ext cx="119954" cy="7198"/>
            </a:xfrm>
            <a:custGeom>
              <a:avLst/>
              <a:gdLst/>
              <a:ahLst/>
              <a:cxnLst/>
              <a:rect l="l" t="t" r="r" b="b"/>
              <a:pathLst>
                <a:path w="2033" h="122" extrusionOk="0">
                  <a:moveTo>
                    <a:pt x="56" y="1"/>
                  </a:moveTo>
                  <a:cubicBezTo>
                    <a:pt x="29" y="1"/>
                    <a:pt x="1" y="28"/>
                    <a:pt x="1" y="65"/>
                  </a:cubicBezTo>
                  <a:cubicBezTo>
                    <a:pt x="1" y="93"/>
                    <a:pt x="29" y="121"/>
                    <a:pt x="56" y="121"/>
                  </a:cubicBezTo>
                  <a:lnTo>
                    <a:pt x="1967" y="121"/>
                  </a:lnTo>
                  <a:cubicBezTo>
                    <a:pt x="2005" y="121"/>
                    <a:pt x="2032" y="93"/>
                    <a:pt x="2032" y="65"/>
                  </a:cubicBezTo>
                  <a:cubicBezTo>
                    <a:pt x="2032" y="28"/>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4"/>
            <p:cNvSpPr/>
            <p:nvPr/>
          </p:nvSpPr>
          <p:spPr>
            <a:xfrm>
              <a:off x="6641967" y="2708236"/>
              <a:ext cx="48796" cy="7198"/>
            </a:xfrm>
            <a:custGeom>
              <a:avLst/>
              <a:gdLst/>
              <a:ahLst/>
              <a:cxnLst/>
              <a:rect l="l" t="t" r="r" b="b"/>
              <a:pathLst>
                <a:path w="827" h="122" extrusionOk="0">
                  <a:moveTo>
                    <a:pt x="56" y="1"/>
                  </a:moveTo>
                  <a:cubicBezTo>
                    <a:pt x="19" y="1"/>
                    <a:pt x="1" y="28"/>
                    <a:pt x="1" y="65"/>
                  </a:cubicBezTo>
                  <a:cubicBezTo>
                    <a:pt x="1" y="93"/>
                    <a:pt x="19" y="121"/>
                    <a:pt x="56" y="121"/>
                  </a:cubicBezTo>
                  <a:lnTo>
                    <a:pt x="771" y="121"/>
                  </a:lnTo>
                  <a:cubicBezTo>
                    <a:pt x="798" y="121"/>
                    <a:pt x="826" y="93"/>
                    <a:pt x="826" y="65"/>
                  </a:cubicBezTo>
                  <a:cubicBezTo>
                    <a:pt x="826" y="28"/>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4"/>
            <p:cNvSpPr/>
            <p:nvPr/>
          </p:nvSpPr>
          <p:spPr>
            <a:xfrm>
              <a:off x="6396218" y="2902534"/>
              <a:ext cx="119895" cy="6667"/>
            </a:xfrm>
            <a:custGeom>
              <a:avLst/>
              <a:gdLst/>
              <a:ahLst/>
              <a:cxnLst/>
              <a:rect l="l" t="t" r="r" b="b"/>
              <a:pathLst>
                <a:path w="2032" h="113" extrusionOk="0">
                  <a:moveTo>
                    <a:pt x="56" y="1"/>
                  </a:moveTo>
                  <a:cubicBezTo>
                    <a:pt x="28" y="1"/>
                    <a:pt x="0" y="29"/>
                    <a:pt x="0" y="56"/>
                  </a:cubicBezTo>
                  <a:cubicBezTo>
                    <a:pt x="0" y="94"/>
                    <a:pt x="28" y="112"/>
                    <a:pt x="56" y="112"/>
                  </a:cubicBezTo>
                  <a:lnTo>
                    <a:pt x="1967" y="112"/>
                  </a:lnTo>
                  <a:cubicBezTo>
                    <a:pt x="2004" y="112"/>
                    <a:pt x="2032" y="94"/>
                    <a:pt x="2032" y="56"/>
                  </a:cubicBezTo>
                  <a:cubicBezTo>
                    <a:pt x="2032" y="29"/>
                    <a:pt x="2004"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4"/>
            <p:cNvSpPr/>
            <p:nvPr/>
          </p:nvSpPr>
          <p:spPr>
            <a:xfrm>
              <a:off x="6396218" y="2946905"/>
              <a:ext cx="49327" cy="6608"/>
            </a:xfrm>
            <a:custGeom>
              <a:avLst/>
              <a:gdLst/>
              <a:ahLst/>
              <a:cxnLst/>
              <a:rect l="l" t="t" r="r" b="b"/>
              <a:pathLst>
                <a:path w="836" h="112" extrusionOk="0">
                  <a:moveTo>
                    <a:pt x="65" y="0"/>
                  </a:moveTo>
                  <a:cubicBezTo>
                    <a:pt x="28" y="0"/>
                    <a:pt x="0" y="19"/>
                    <a:pt x="0" y="56"/>
                  </a:cubicBezTo>
                  <a:cubicBezTo>
                    <a:pt x="0" y="84"/>
                    <a:pt x="28" y="111"/>
                    <a:pt x="65" y="111"/>
                  </a:cubicBezTo>
                  <a:lnTo>
                    <a:pt x="780" y="111"/>
                  </a:lnTo>
                  <a:cubicBezTo>
                    <a:pt x="807" y="111"/>
                    <a:pt x="835" y="84"/>
                    <a:pt x="835" y="56"/>
                  </a:cubicBezTo>
                  <a:cubicBezTo>
                    <a:pt x="835" y="19"/>
                    <a:pt x="807" y="0"/>
                    <a:pt x="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4"/>
            <p:cNvSpPr/>
            <p:nvPr/>
          </p:nvSpPr>
          <p:spPr>
            <a:xfrm>
              <a:off x="5656730" y="2411037"/>
              <a:ext cx="707803" cy="605963"/>
            </a:xfrm>
            <a:custGeom>
              <a:avLst/>
              <a:gdLst/>
              <a:ahLst/>
              <a:cxnLst/>
              <a:rect l="l" t="t" r="r" b="b"/>
              <a:pathLst>
                <a:path w="11996" h="10270" extrusionOk="0">
                  <a:moveTo>
                    <a:pt x="566" y="0"/>
                  </a:moveTo>
                  <a:cubicBezTo>
                    <a:pt x="251" y="0"/>
                    <a:pt x="1" y="260"/>
                    <a:pt x="1" y="566"/>
                  </a:cubicBezTo>
                  <a:lnTo>
                    <a:pt x="1" y="9704"/>
                  </a:lnTo>
                  <a:cubicBezTo>
                    <a:pt x="1" y="10010"/>
                    <a:pt x="251" y="10270"/>
                    <a:pt x="566" y="10270"/>
                  </a:cubicBezTo>
                  <a:lnTo>
                    <a:pt x="11429" y="10270"/>
                  </a:lnTo>
                  <a:cubicBezTo>
                    <a:pt x="11745" y="10270"/>
                    <a:pt x="11995" y="10019"/>
                    <a:pt x="11995" y="9704"/>
                  </a:cubicBezTo>
                  <a:lnTo>
                    <a:pt x="11995" y="566"/>
                  </a:lnTo>
                  <a:cubicBezTo>
                    <a:pt x="11995" y="260"/>
                    <a:pt x="11745" y="0"/>
                    <a:pt x="1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4"/>
            <p:cNvSpPr/>
            <p:nvPr/>
          </p:nvSpPr>
          <p:spPr>
            <a:xfrm>
              <a:off x="5695023" y="2385312"/>
              <a:ext cx="707272" cy="605432"/>
            </a:xfrm>
            <a:custGeom>
              <a:avLst/>
              <a:gdLst/>
              <a:ahLst/>
              <a:cxnLst/>
              <a:rect l="l" t="t" r="r" b="b"/>
              <a:pathLst>
                <a:path w="11987" h="10261" extrusionOk="0">
                  <a:moveTo>
                    <a:pt x="567" y="0"/>
                  </a:moveTo>
                  <a:cubicBezTo>
                    <a:pt x="251" y="0"/>
                    <a:pt x="1" y="251"/>
                    <a:pt x="1" y="566"/>
                  </a:cubicBezTo>
                  <a:lnTo>
                    <a:pt x="1" y="9694"/>
                  </a:lnTo>
                  <a:cubicBezTo>
                    <a:pt x="1" y="10010"/>
                    <a:pt x="251" y="10260"/>
                    <a:pt x="567" y="10260"/>
                  </a:cubicBezTo>
                  <a:lnTo>
                    <a:pt x="11430" y="10260"/>
                  </a:lnTo>
                  <a:cubicBezTo>
                    <a:pt x="11736" y="10260"/>
                    <a:pt x="11986" y="10010"/>
                    <a:pt x="11986" y="9694"/>
                  </a:cubicBezTo>
                  <a:lnTo>
                    <a:pt x="11986" y="566"/>
                  </a:lnTo>
                  <a:cubicBezTo>
                    <a:pt x="11986" y="251"/>
                    <a:pt x="11736" y="0"/>
                    <a:pt x="114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4"/>
            <p:cNvSpPr/>
            <p:nvPr/>
          </p:nvSpPr>
          <p:spPr>
            <a:xfrm>
              <a:off x="5691778" y="2382007"/>
              <a:ext cx="714352" cy="611982"/>
            </a:xfrm>
            <a:custGeom>
              <a:avLst/>
              <a:gdLst/>
              <a:ahLst/>
              <a:cxnLst/>
              <a:rect l="l" t="t" r="r" b="b"/>
              <a:pathLst>
                <a:path w="12107" h="10372" extrusionOk="0">
                  <a:moveTo>
                    <a:pt x="11485" y="112"/>
                  </a:moveTo>
                  <a:cubicBezTo>
                    <a:pt x="11763" y="112"/>
                    <a:pt x="11986" y="344"/>
                    <a:pt x="11986" y="622"/>
                  </a:cubicBezTo>
                  <a:lnTo>
                    <a:pt x="11986" y="9750"/>
                  </a:lnTo>
                  <a:cubicBezTo>
                    <a:pt x="11986" y="10029"/>
                    <a:pt x="11763" y="10261"/>
                    <a:pt x="11485" y="10261"/>
                  </a:cubicBezTo>
                  <a:lnTo>
                    <a:pt x="622" y="10261"/>
                  </a:lnTo>
                  <a:cubicBezTo>
                    <a:pt x="344" y="10261"/>
                    <a:pt x="112" y="10029"/>
                    <a:pt x="112" y="9750"/>
                  </a:cubicBezTo>
                  <a:lnTo>
                    <a:pt x="112" y="622"/>
                  </a:lnTo>
                  <a:cubicBezTo>
                    <a:pt x="112" y="344"/>
                    <a:pt x="344" y="112"/>
                    <a:pt x="622" y="112"/>
                  </a:cubicBezTo>
                  <a:close/>
                  <a:moveTo>
                    <a:pt x="622" y="1"/>
                  </a:moveTo>
                  <a:cubicBezTo>
                    <a:pt x="279" y="1"/>
                    <a:pt x="0" y="279"/>
                    <a:pt x="0" y="622"/>
                  </a:cubicBezTo>
                  <a:lnTo>
                    <a:pt x="0" y="9750"/>
                  </a:lnTo>
                  <a:cubicBezTo>
                    <a:pt x="0" y="10094"/>
                    <a:pt x="279" y="10372"/>
                    <a:pt x="622" y="10372"/>
                  </a:cubicBezTo>
                  <a:lnTo>
                    <a:pt x="11485" y="10372"/>
                  </a:lnTo>
                  <a:cubicBezTo>
                    <a:pt x="11828" y="10372"/>
                    <a:pt x="12106" y="10094"/>
                    <a:pt x="12106" y="9750"/>
                  </a:cubicBezTo>
                  <a:lnTo>
                    <a:pt x="12106" y="622"/>
                  </a:lnTo>
                  <a:cubicBezTo>
                    <a:pt x="12106" y="279"/>
                    <a:pt x="11828" y="1"/>
                    <a:pt x="1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4"/>
            <p:cNvSpPr/>
            <p:nvPr/>
          </p:nvSpPr>
          <p:spPr>
            <a:xfrm>
              <a:off x="5647408" y="1634318"/>
              <a:ext cx="784979" cy="105144"/>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4"/>
            <p:cNvSpPr/>
            <p:nvPr/>
          </p:nvSpPr>
          <p:spPr>
            <a:xfrm>
              <a:off x="5644163" y="1630483"/>
              <a:ext cx="791529" cy="112283"/>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4"/>
            <p:cNvSpPr/>
            <p:nvPr/>
          </p:nvSpPr>
          <p:spPr>
            <a:xfrm>
              <a:off x="5783174" y="1797993"/>
              <a:ext cx="513505"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4"/>
            <p:cNvSpPr/>
            <p:nvPr/>
          </p:nvSpPr>
          <p:spPr>
            <a:xfrm>
              <a:off x="5779870" y="1794689"/>
              <a:ext cx="520055" cy="67972"/>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4"/>
            <p:cNvSpPr/>
            <p:nvPr/>
          </p:nvSpPr>
          <p:spPr>
            <a:xfrm>
              <a:off x="5918351" y="1908565"/>
              <a:ext cx="243093" cy="75052"/>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4"/>
            <p:cNvSpPr/>
            <p:nvPr/>
          </p:nvSpPr>
          <p:spPr>
            <a:xfrm>
              <a:off x="5915106" y="1904730"/>
              <a:ext cx="249643" cy="82133"/>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4"/>
            <p:cNvSpPr/>
            <p:nvPr/>
          </p:nvSpPr>
          <p:spPr>
            <a:xfrm>
              <a:off x="5656199" y="1614611"/>
              <a:ext cx="784979" cy="105144"/>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4"/>
            <p:cNvSpPr/>
            <p:nvPr/>
          </p:nvSpPr>
          <p:spPr>
            <a:xfrm>
              <a:off x="5652895" y="1611366"/>
              <a:ext cx="792119" cy="112224"/>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4"/>
            <p:cNvSpPr/>
            <p:nvPr/>
          </p:nvSpPr>
          <p:spPr>
            <a:xfrm>
              <a:off x="5742698" y="1644172"/>
              <a:ext cx="607615"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4"/>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4"/>
            <p:cNvSpPr/>
            <p:nvPr/>
          </p:nvSpPr>
          <p:spPr>
            <a:xfrm>
              <a:off x="5788662" y="1775572"/>
              <a:ext cx="520055" cy="67913"/>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4"/>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4"/>
            <p:cNvSpPr/>
            <p:nvPr/>
          </p:nvSpPr>
          <p:spPr>
            <a:xfrm>
              <a:off x="5953399" y="1795810"/>
              <a:ext cx="27437" cy="27437"/>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4"/>
            <p:cNvSpPr/>
            <p:nvPr/>
          </p:nvSpPr>
          <p:spPr>
            <a:xfrm>
              <a:off x="6006502" y="1795810"/>
              <a:ext cx="27437" cy="27437"/>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4"/>
            <p:cNvSpPr/>
            <p:nvPr/>
          </p:nvSpPr>
          <p:spPr>
            <a:xfrm>
              <a:off x="6063440" y="1795810"/>
              <a:ext cx="27378" cy="27437"/>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4"/>
            <p:cNvSpPr/>
            <p:nvPr/>
          </p:nvSpPr>
          <p:spPr>
            <a:xfrm>
              <a:off x="6118136" y="1795810"/>
              <a:ext cx="27437" cy="27437"/>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4"/>
            <p:cNvSpPr/>
            <p:nvPr/>
          </p:nvSpPr>
          <p:spPr>
            <a:xfrm>
              <a:off x="6175074" y="1795810"/>
              <a:ext cx="27437" cy="27437"/>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4"/>
            <p:cNvSpPr/>
            <p:nvPr/>
          </p:nvSpPr>
          <p:spPr>
            <a:xfrm>
              <a:off x="5860882" y="1237521"/>
              <a:ext cx="328471" cy="329002"/>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4"/>
            <p:cNvSpPr/>
            <p:nvPr/>
          </p:nvSpPr>
          <p:spPr>
            <a:xfrm>
              <a:off x="5857046" y="1234217"/>
              <a:ext cx="335610" cy="335610"/>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4"/>
            <p:cNvSpPr/>
            <p:nvPr/>
          </p:nvSpPr>
          <p:spPr>
            <a:xfrm>
              <a:off x="5884424" y="1216693"/>
              <a:ext cx="329002" cy="329002"/>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4"/>
            <p:cNvSpPr/>
            <p:nvPr/>
          </p:nvSpPr>
          <p:spPr>
            <a:xfrm>
              <a:off x="5881179" y="1213448"/>
              <a:ext cx="335551" cy="335551"/>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4"/>
            <p:cNvSpPr/>
            <p:nvPr/>
          </p:nvSpPr>
          <p:spPr>
            <a:xfrm>
              <a:off x="5975820" y="1391284"/>
              <a:ext cx="146210" cy="73105"/>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4"/>
            <p:cNvSpPr/>
            <p:nvPr/>
          </p:nvSpPr>
          <p:spPr>
            <a:xfrm>
              <a:off x="5972575" y="1387508"/>
              <a:ext cx="152759" cy="80480"/>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4"/>
            <p:cNvSpPr/>
            <p:nvPr/>
          </p:nvSpPr>
          <p:spPr>
            <a:xfrm>
              <a:off x="6007564" y="1298236"/>
              <a:ext cx="83254" cy="82723"/>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4"/>
            <p:cNvSpPr/>
            <p:nvPr/>
          </p:nvSpPr>
          <p:spPr>
            <a:xfrm>
              <a:off x="6004318" y="1294401"/>
              <a:ext cx="89803" cy="89862"/>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4"/>
            <p:cNvSpPr/>
            <p:nvPr/>
          </p:nvSpPr>
          <p:spPr>
            <a:xfrm>
              <a:off x="5927673" y="1888858"/>
              <a:ext cx="242562" cy="75583"/>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4"/>
            <p:cNvSpPr/>
            <p:nvPr/>
          </p:nvSpPr>
          <p:spPr>
            <a:xfrm>
              <a:off x="5924369" y="1885554"/>
              <a:ext cx="249112" cy="82192"/>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4"/>
            <p:cNvSpPr/>
            <p:nvPr/>
          </p:nvSpPr>
          <p:spPr>
            <a:xfrm>
              <a:off x="5808369" y="2463550"/>
              <a:ext cx="490494" cy="488842"/>
            </a:xfrm>
            <a:custGeom>
              <a:avLst/>
              <a:gdLst/>
              <a:ahLst/>
              <a:cxnLst/>
              <a:rect l="l" t="t" r="r" b="b"/>
              <a:pathLst>
                <a:path w="8313" h="8285" extrusionOk="0">
                  <a:moveTo>
                    <a:pt x="4147" y="1"/>
                  </a:moveTo>
                  <a:cubicBezTo>
                    <a:pt x="4026" y="251"/>
                    <a:pt x="3191" y="1791"/>
                    <a:pt x="557" y="1893"/>
                  </a:cubicBezTo>
                  <a:cubicBezTo>
                    <a:pt x="557" y="1893"/>
                    <a:pt x="0" y="7311"/>
                    <a:pt x="4073" y="8285"/>
                  </a:cubicBezTo>
                  <a:lnTo>
                    <a:pt x="4240" y="8285"/>
                  </a:lnTo>
                  <a:cubicBezTo>
                    <a:pt x="8312" y="7311"/>
                    <a:pt x="7756" y="1893"/>
                    <a:pt x="7756" y="1893"/>
                  </a:cubicBezTo>
                  <a:cubicBezTo>
                    <a:pt x="5121" y="1791"/>
                    <a:pt x="4286" y="251"/>
                    <a:pt x="4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4"/>
            <p:cNvSpPr/>
            <p:nvPr/>
          </p:nvSpPr>
          <p:spPr>
            <a:xfrm>
              <a:off x="5807248" y="2460305"/>
              <a:ext cx="492677" cy="495922"/>
            </a:xfrm>
            <a:custGeom>
              <a:avLst/>
              <a:gdLst/>
              <a:ahLst/>
              <a:cxnLst/>
              <a:rect l="l" t="t" r="r" b="b"/>
              <a:pathLst>
                <a:path w="8350" h="8405" extrusionOk="0">
                  <a:moveTo>
                    <a:pt x="4175" y="167"/>
                  </a:moveTo>
                  <a:cubicBezTo>
                    <a:pt x="4407" y="594"/>
                    <a:pt x="5316" y="1893"/>
                    <a:pt x="7719" y="2004"/>
                  </a:cubicBezTo>
                  <a:cubicBezTo>
                    <a:pt x="7765" y="2551"/>
                    <a:pt x="8016" y="7384"/>
                    <a:pt x="4249" y="8284"/>
                  </a:cubicBezTo>
                  <a:lnTo>
                    <a:pt x="4101" y="8284"/>
                  </a:lnTo>
                  <a:cubicBezTo>
                    <a:pt x="335" y="7384"/>
                    <a:pt x="594" y="2551"/>
                    <a:pt x="631" y="2004"/>
                  </a:cubicBezTo>
                  <a:cubicBezTo>
                    <a:pt x="3043" y="1893"/>
                    <a:pt x="3943" y="594"/>
                    <a:pt x="4175" y="167"/>
                  </a:cubicBezTo>
                  <a:close/>
                  <a:moveTo>
                    <a:pt x="4166" y="0"/>
                  </a:moveTo>
                  <a:cubicBezTo>
                    <a:pt x="4147" y="0"/>
                    <a:pt x="4120" y="10"/>
                    <a:pt x="4120" y="28"/>
                  </a:cubicBezTo>
                  <a:cubicBezTo>
                    <a:pt x="3971" y="325"/>
                    <a:pt x="3155" y="1791"/>
                    <a:pt x="576" y="1893"/>
                  </a:cubicBezTo>
                  <a:cubicBezTo>
                    <a:pt x="548" y="1893"/>
                    <a:pt x="520" y="1911"/>
                    <a:pt x="520" y="1939"/>
                  </a:cubicBezTo>
                  <a:cubicBezTo>
                    <a:pt x="520" y="1995"/>
                    <a:pt x="1" y="7431"/>
                    <a:pt x="4082" y="8405"/>
                  </a:cubicBezTo>
                  <a:lnTo>
                    <a:pt x="4268" y="8405"/>
                  </a:lnTo>
                  <a:cubicBezTo>
                    <a:pt x="8350" y="7422"/>
                    <a:pt x="7839" y="1995"/>
                    <a:pt x="7830" y="1939"/>
                  </a:cubicBezTo>
                  <a:cubicBezTo>
                    <a:pt x="7830" y="1911"/>
                    <a:pt x="7802" y="1893"/>
                    <a:pt x="7775" y="1893"/>
                  </a:cubicBezTo>
                  <a:cubicBezTo>
                    <a:pt x="5196" y="1791"/>
                    <a:pt x="4379" y="325"/>
                    <a:pt x="4240" y="28"/>
                  </a:cubicBezTo>
                  <a:cubicBezTo>
                    <a:pt x="4231" y="10"/>
                    <a:pt x="4203" y="0"/>
                    <a:pt x="4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4"/>
            <p:cNvSpPr/>
            <p:nvPr/>
          </p:nvSpPr>
          <p:spPr>
            <a:xfrm>
              <a:off x="5808369" y="2421422"/>
              <a:ext cx="490494" cy="489373"/>
            </a:xfrm>
            <a:custGeom>
              <a:avLst/>
              <a:gdLst/>
              <a:ahLst/>
              <a:cxnLst/>
              <a:rect l="l" t="t" r="r" b="b"/>
              <a:pathLst>
                <a:path w="8313" h="8294" extrusionOk="0">
                  <a:moveTo>
                    <a:pt x="4147" y="1"/>
                  </a:moveTo>
                  <a:cubicBezTo>
                    <a:pt x="4026" y="251"/>
                    <a:pt x="3191" y="1800"/>
                    <a:pt x="557" y="1893"/>
                  </a:cubicBezTo>
                  <a:cubicBezTo>
                    <a:pt x="557" y="1893"/>
                    <a:pt x="0" y="7320"/>
                    <a:pt x="4073" y="8294"/>
                  </a:cubicBezTo>
                  <a:lnTo>
                    <a:pt x="4240" y="8294"/>
                  </a:lnTo>
                  <a:cubicBezTo>
                    <a:pt x="8312" y="7320"/>
                    <a:pt x="7756" y="1893"/>
                    <a:pt x="7756" y="1893"/>
                  </a:cubicBezTo>
                  <a:cubicBezTo>
                    <a:pt x="5121" y="1800"/>
                    <a:pt x="4286" y="251"/>
                    <a:pt x="41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4"/>
            <p:cNvSpPr/>
            <p:nvPr/>
          </p:nvSpPr>
          <p:spPr>
            <a:xfrm>
              <a:off x="5807248" y="2418117"/>
              <a:ext cx="492677" cy="495981"/>
            </a:xfrm>
            <a:custGeom>
              <a:avLst/>
              <a:gdLst/>
              <a:ahLst/>
              <a:cxnLst/>
              <a:rect l="l" t="t" r="r" b="b"/>
              <a:pathLst>
                <a:path w="8350" h="8406" extrusionOk="0">
                  <a:moveTo>
                    <a:pt x="4175" y="168"/>
                  </a:moveTo>
                  <a:cubicBezTo>
                    <a:pt x="4407" y="604"/>
                    <a:pt x="5316" y="1893"/>
                    <a:pt x="7719" y="2005"/>
                  </a:cubicBezTo>
                  <a:cubicBezTo>
                    <a:pt x="7765" y="2552"/>
                    <a:pt x="8016" y="7385"/>
                    <a:pt x="4249" y="8294"/>
                  </a:cubicBezTo>
                  <a:lnTo>
                    <a:pt x="4101" y="8294"/>
                  </a:lnTo>
                  <a:cubicBezTo>
                    <a:pt x="335" y="7385"/>
                    <a:pt x="594" y="2552"/>
                    <a:pt x="631" y="2005"/>
                  </a:cubicBezTo>
                  <a:cubicBezTo>
                    <a:pt x="3043" y="1893"/>
                    <a:pt x="3943" y="604"/>
                    <a:pt x="4175" y="168"/>
                  </a:cubicBezTo>
                  <a:close/>
                  <a:moveTo>
                    <a:pt x="4166" y="1"/>
                  </a:moveTo>
                  <a:cubicBezTo>
                    <a:pt x="4147" y="1"/>
                    <a:pt x="4120" y="19"/>
                    <a:pt x="4120" y="38"/>
                  </a:cubicBezTo>
                  <a:cubicBezTo>
                    <a:pt x="3971" y="326"/>
                    <a:pt x="3155" y="1801"/>
                    <a:pt x="576" y="1893"/>
                  </a:cubicBezTo>
                  <a:cubicBezTo>
                    <a:pt x="548" y="1893"/>
                    <a:pt x="520" y="1921"/>
                    <a:pt x="520" y="1949"/>
                  </a:cubicBezTo>
                  <a:cubicBezTo>
                    <a:pt x="520" y="2005"/>
                    <a:pt x="1" y="7432"/>
                    <a:pt x="4082" y="8406"/>
                  </a:cubicBezTo>
                  <a:lnTo>
                    <a:pt x="4268" y="8406"/>
                  </a:lnTo>
                  <a:cubicBezTo>
                    <a:pt x="8350" y="7432"/>
                    <a:pt x="7839" y="2005"/>
                    <a:pt x="7830" y="1949"/>
                  </a:cubicBezTo>
                  <a:cubicBezTo>
                    <a:pt x="7830" y="1921"/>
                    <a:pt x="7802" y="1893"/>
                    <a:pt x="7775" y="1893"/>
                  </a:cubicBezTo>
                  <a:cubicBezTo>
                    <a:pt x="5196" y="1801"/>
                    <a:pt x="4379" y="326"/>
                    <a:pt x="4240" y="38"/>
                  </a:cubicBezTo>
                  <a:cubicBezTo>
                    <a:pt x="4231" y="19"/>
                    <a:pt x="4203" y="1"/>
                    <a:pt x="4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0" name="Google Shape;1020;p24"/>
            <p:cNvGrpSpPr/>
            <p:nvPr/>
          </p:nvGrpSpPr>
          <p:grpSpPr>
            <a:xfrm>
              <a:off x="5968208" y="2549518"/>
              <a:ext cx="174119" cy="231588"/>
              <a:chOff x="4803668" y="3224977"/>
              <a:chExt cx="98578" cy="131115"/>
            </a:xfrm>
          </p:grpSpPr>
          <p:sp>
            <p:nvSpPr>
              <p:cNvPr id="1021" name="Google Shape;1021;p24"/>
              <p:cNvSpPr/>
              <p:nvPr/>
            </p:nvSpPr>
            <p:spPr>
              <a:xfrm>
                <a:off x="4821006" y="3226815"/>
                <a:ext cx="63870" cy="47769"/>
              </a:xfrm>
              <a:custGeom>
                <a:avLst/>
                <a:gdLst/>
                <a:ahLst/>
                <a:cxnLst/>
                <a:rect l="l" t="t" r="r" b="b"/>
                <a:pathLst>
                  <a:path w="1912" h="1430" extrusionOk="0">
                    <a:moveTo>
                      <a:pt x="956" y="1"/>
                    </a:moveTo>
                    <a:cubicBezTo>
                      <a:pt x="427" y="1"/>
                      <a:pt x="1" y="437"/>
                      <a:pt x="1" y="956"/>
                    </a:cubicBezTo>
                    <a:lnTo>
                      <a:pt x="1" y="1430"/>
                    </a:lnTo>
                    <a:lnTo>
                      <a:pt x="344" y="1430"/>
                    </a:lnTo>
                    <a:lnTo>
                      <a:pt x="344" y="956"/>
                    </a:lnTo>
                    <a:cubicBezTo>
                      <a:pt x="344" y="623"/>
                      <a:pt x="613" y="353"/>
                      <a:pt x="956" y="353"/>
                    </a:cubicBezTo>
                    <a:cubicBezTo>
                      <a:pt x="1290" y="353"/>
                      <a:pt x="1568" y="623"/>
                      <a:pt x="1568" y="956"/>
                    </a:cubicBezTo>
                    <a:lnTo>
                      <a:pt x="1568" y="1430"/>
                    </a:lnTo>
                    <a:lnTo>
                      <a:pt x="1912" y="1430"/>
                    </a:lnTo>
                    <a:lnTo>
                      <a:pt x="1912" y="956"/>
                    </a:lnTo>
                    <a:cubicBezTo>
                      <a:pt x="1912" y="437"/>
                      <a:pt x="1485" y="1"/>
                      <a:pt x="9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4"/>
              <p:cNvSpPr/>
              <p:nvPr/>
            </p:nvSpPr>
            <p:spPr>
              <a:xfrm>
                <a:off x="4818834" y="3224977"/>
                <a:ext cx="67912" cy="51477"/>
              </a:xfrm>
              <a:custGeom>
                <a:avLst/>
                <a:gdLst/>
                <a:ahLst/>
                <a:cxnLst/>
                <a:rect l="l" t="t" r="r" b="b"/>
                <a:pathLst>
                  <a:path w="2033" h="1541" extrusionOk="0">
                    <a:moveTo>
                      <a:pt x="1021" y="121"/>
                    </a:moveTo>
                    <a:cubicBezTo>
                      <a:pt x="1513" y="121"/>
                      <a:pt x="1921" y="520"/>
                      <a:pt x="1921" y="1011"/>
                    </a:cubicBezTo>
                    <a:lnTo>
                      <a:pt x="1921" y="1429"/>
                    </a:lnTo>
                    <a:lnTo>
                      <a:pt x="1689" y="1429"/>
                    </a:lnTo>
                    <a:lnTo>
                      <a:pt x="1689" y="1011"/>
                    </a:lnTo>
                    <a:cubicBezTo>
                      <a:pt x="1689" y="650"/>
                      <a:pt x="1392" y="344"/>
                      <a:pt x="1021" y="344"/>
                    </a:cubicBezTo>
                    <a:cubicBezTo>
                      <a:pt x="650" y="344"/>
                      <a:pt x="353" y="650"/>
                      <a:pt x="353" y="1011"/>
                    </a:cubicBezTo>
                    <a:lnTo>
                      <a:pt x="353" y="1429"/>
                    </a:lnTo>
                    <a:lnTo>
                      <a:pt x="121" y="1429"/>
                    </a:lnTo>
                    <a:lnTo>
                      <a:pt x="121" y="1011"/>
                    </a:lnTo>
                    <a:cubicBezTo>
                      <a:pt x="121" y="520"/>
                      <a:pt x="520" y="121"/>
                      <a:pt x="1021" y="121"/>
                    </a:cubicBezTo>
                    <a:close/>
                    <a:moveTo>
                      <a:pt x="1021" y="0"/>
                    </a:moveTo>
                    <a:cubicBezTo>
                      <a:pt x="455" y="0"/>
                      <a:pt x="1" y="455"/>
                      <a:pt x="1" y="1011"/>
                    </a:cubicBezTo>
                    <a:lnTo>
                      <a:pt x="1" y="1485"/>
                    </a:lnTo>
                    <a:cubicBezTo>
                      <a:pt x="1" y="1522"/>
                      <a:pt x="28" y="1540"/>
                      <a:pt x="66" y="1540"/>
                    </a:cubicBezTo>
                    <a:lnTo>
                      <a:pt x="409" y="1540"/>
                    </a:lnTo>
                    <a:cubicBezTo>
                      <a:pt x="437" y="1540"/>
                      <a:pt x="464" y="1522"/>
                      <a:pt x="464" y="1485"/>
                    </a:cubicBezTo>
                    <a:lnTo>
                      <a:pt x="464" y="1011"/>
                    </a:lnTo>
                    <a:cubicBezTo>
                      <a:pt x="464" y="715"/>
                      <a:pt x="715" y="464"/>
                      <a:pt x="1021" y="464"/>
                    </a:cubicBezTo>
                    <a:cubicBezTo>
                      <a:pt x="1327" y="464"/>
                      <a:pt x="1568" y="715"/>
                      <a:pt x="1568" y="1011"/>
                    </a:cubicBezTo>
                    <a:lnTo>
                      <a:pt x="1568" y="1485"/>
                    </a:lnTo>
                    <a:cubicBezTo>
                      <a:pt x="1568" y="1522"/>
                      <a:pt x="1596" y="1540"/>
                      <a:pt x="1633" y="1540"/>
                    </a:cubicBezTo>
                    <a:lnTo>
                      <a:pt x="1977" y="1540"/>
                    </a:lnTo>
                    <a:cubicBezTo>
                      <a:pt x="2004" y="1540"/>
                      <a:pt x="2032" y="1522"/>
                      <a:pt x="2032" y="1485"/>
                    </a:cubicBezTo>
                    <a:lnTo>
                      <a:pt x="2032" y="1011"/>
                    </a:lnTo>
                    <a:cubicBezTo>
                      <a:pt x="2032" y="455"/>
                      <a:pt x="1578"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4"/>
              <p:cNvSpPr/>
              <p:nvPr/>
            </p:nvSpPr>
            <p:spPr>
              <a:xfrm>
                <a:off x="4805506" y="3274550"/>
                <a:ext cx="94870" cy="79671"/>
              </a:xfrm>
              <a:custGeom>
                <a:avLst/>
                <a:gdLst/>
                <a:ahLst/>
                <a:cxnLst/>
                <a:rect l="l" t="t" r="r" b="b"/>
                <a:pathLst>
                  <a:path w="2840" h="2385" extrusionOk="0">
                    <a:moveTo>
                      <a:pt x="75" y="1"/>
                    </a:moveTo>
                    <a:cubicBezTo>
                      <a:pt x="38" y="1"/>
                      <a:pt x="1" y="38"/>
                      <a:pt x="1" y="84"/>
                    </a:cubicBezTo>
                    <a:lnTo>
                      <a:pt x="1" y="2301"/>
                    </a:lnTo>
                    <a:cubicBezTo>
                      <a:pt x="1" y="2348"/>
                      <a:pt x="29" y="2385"/>
                      <a:pt x="75" y="2385"/>
                    </a:cubicBezTo>
                    <a:lnTo>
                      <a:pt x="2765" y="2385"/>
                    </a:lnTo>
                    <a:cubicBezTo>
                      <a:pt x="2802" y="2385"/>
                      <a:pt x="2839" y="2348"/>
                      <a:pt x="2839" y="2301"/>
                    </a:cubicBezTo>
                    <a:lnTo>
                      <a:pt x="2839" y="84"/>
                    </a:lnTo>
                    <a:cubicBezTo>
                      <a:pt x="2839" y="38"/>
                      <a:pt x="2802" y="1"/>
                      <a:pt x="2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4"/>
              <p:cNvSpPr/>
              <p:nvPr/>
            </p:nvSpPr>
            <p:spPr>
              <a:xfrm>
                <a:off x="4803668" y="3272680"/>
                <a:ext cx="98578" cy="83412"/>
              </a:xfrm>
              <a:custGeom>
                <a:avLst/>
                <a:gdLst/>
                <a:ahLst/>
                <a:cxnLst/>
                <a:rect l="l" t="t" r="r" b="b"/>
                <a:pathLst>
                  <a:path w="2951" h="2497" extrusionOk="0">
                    <a:moveTo>
                      <a:pt x="2820" y="122"/>
                    </a:moveTo>
                    <a:cubicBezTo>
                      <a:pt x="2829" y="122"/>
                      <a:pt x="2839" y="131"/>
                      <a:pt x="2839" y="140"/>
                    </a:cubicBezTo>
                    <a:lnTo>
                      <a:pt x="2839" y="2357"/>
                    </a:lnTo>
                    <a:cubicBezTo>
                      <a:pt x="2839" y="2376"/>
                      <a:pt x="2829" y="2385"/>
                      <a:pt x="2820" y="2385"/>
                    </a:cubicBezTo>
                    <a:lnTo>
                      <a:pt x="130" y="2385"/>
                    </a:lnTo>
                    <a:cubicBezTo>
                      <a:pt x="121" y="2385"/>
                      <a:pt x="111" y="2376"/>
                      <a:pt x="111" y="2357"/>
                    </a:cubicBezTo>
                    <a:lnTo>
                      <a:pt x="111" y="140"/>
                    </a:lnTo>
                    <a:cubicBezTo>
                      <a:pt x="111" y="131"/>
                      <a:pt x="121" y="122"/>
                      <a:pt x="130" y="122"/>
                    </a:cubicBezTo>
                    <a:close/>
                    <a:moveTo>
                      <a:pt x="130" y="1"/>
                    </a:moveTo>
                    <a:cubicBezTo>
                      <a:pt x="56" y="1"/>
                      <a:pt x="0" y="66"/>
                      <a:pt x="0" y="140"/>
                    </a:cubicBezTo>
                    <a:lnTo>
                      <a:pt x="0" y="2357"/>
                    </a:lnTo>
                    <a:cubicBezTo>
                      <a:pt x="0" y="2431"/>
                      <a:pt x="56" y="2496"/>
                      <a:pt x="130" y="2496"/>
                    </a:cubicBezTo>
                    <a:lnTo>
                      <a:pt x="2820" y="2496"/>
                    </a:lnTo>
                    <a:cubicBezTo>
                      <a:pt x="2894" y="2496"/>
                      <a:pt x="2950" y="2441"/>
                      <a:pt x="2950" y="2357"/>
                    </a:cubicBezTo>
                    <a:lnTo>
                      <a:pt x="2950" y="140"/>
                    </a:lnTo>
                    <a:cubicBezTo>
                      <a:pt x="2950" y="66"/>
                      <a:pt x="2894" y="1"/>
                      <a:pt x="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4"/>
              <p:cNvSpPr/>
              <p:nvPr/>
            </p:nvSpPr>
            <p:spPr>
              <a:xfrm>
                <a:off x="4842084" y="3295930"/>
                <a:ext cx="21413" cy="36913"/>
              </a:xfrm>
              <a:custGeom>
                <a:avLst/>
                <a:gdLst/>
                <a:ahLst/>
                <a:cxnLst/>
                <a:rect l="l" t="t" r="r" b="b"/>
                <a:pathLst>
                  <a:path w="641" h="1105" extrusionOk="0">
                    <a:moveTo>
                      <a:pt x="325" y="121"/>
                    </a:moveTo>
                    <a:cubicBezTo>
                      <a:pt x="436" y="121"/>
                      <a:pt x="529" y="214"/>
                      <a:pt x="529" y="325"/>
                    </a:cubicBezTo>
                    <a:cubicBezTo>
                      <a:pt x="529" y="400"/>
                      <a:pt x="483" y="465"/>
                      <a:pt x="418" y="502"/>
                    </a:cubicBezTo>
                    <a:cubicBezTo>
                      <a:pt x="399" y="511"/>
                      <a:pt x="390" y="539"/>
                      <a:pt x="390" y="567"/>
                    </a:cubicBezTo>
                    <a:lnTo>
                      <a:pt x="501" y="965"/>
                    </a:lnTo>
                    <a:cubicBezTo>
                      <a:pt x="511" y="975"/>
                      <a:pt x="501" y="975"/>
                      <a:pt x="501" y="984"/>
                    </a:cubicBezTo>
                    <a:lnTo>
                      <a:pt x="158" y="984"/>
                    </a:lnTo>
                    <a:cubicBezTo>
                      <a:pt x="158" y="975"/>
                      <a:pt x="149" y="965"/>
                      <a:pt x="158" y="965"/>
                    </a:cubicBezTo>
                    <a:lnTo>
                      <a:pt x="269" y="567"/>
                    </a:lnTo>
                    <a:cubicBezTo>
                      <a:pt x="269" y="548"/>
                      <a:pt x="260" y="520"/>
                      <a:pt x="232" y="502"/>
                    </a:cubicBezTo>
                    <a:cubicBezTo>
                      <a:pt x="167" y="474"/>
                      <a:pt x="121" y="400"/>
                      <a:pt x="121" y="325"/>
                    </a:cubicBezTo>
                    <a:cubicBezTo>
                      <a:pt x="121" y="214"/>
                      <a:pt x="214" y="121"/>
                      <a:pt x="325" y="121"/>
                    </a:cubicBezTo>
                    <a:close/>
                    <a:moveTo>
                      <a:pt x="325" y="1"/>
                    </a:moveTo>
                    <a:cubicBezTo>
                      <a:pt x="149" y="1"/>
                      <a:pt x="0" y="140"/>
                      <a:pt x="0" y="316"/>
                    </a:cubicBezTo>
                    <a:cubicBezTo>
                      <a:pt x="0" y="427"/>
                      <a:pt x="56" y="520"/>
                      <a:pt x="139" y="585"/>
                    </a:cubicBezTo>
                    <a:lnTo>
                      <a:pt x="47" y="928"/>
                    </a:lnTo>
                    <a:cubicBezTo>
                      <a:pt x="37" y="965"/>
                      <a:pt x="37" y="1012"/>
                      <a:pt x="65" y="1049"/>
                    </a:cubicBezTo>
                    <a:cubicBezTo>
                      <a:pt x="93" y="1086"/>
                      <a:pt x="130" y="1105"/>
                      <a:pt x="177" y="1105"/>
                    </a:cubicBezTo>
                    <a:lnTo>
                      <a:pt x="483" y="1105"/>
                    </a:lnTo>
                    <a:cubicBezTo>
                      <a:pt x="529" y="1105"/>
                      <a:pt x="566" y="1086"/>
                      <a:pt x="594" y="1049"/>
                    </a:cubicBezTo>
                    <a:cubicBezTo>
                      <a:pt x="613" y="1012"/>
                      <a:pt x="622" y="965"/>
                      <a:pt x="613" y="928"/>
                    </a:cubicBezTo>
                    <a:lnTo>
                      <a:pt x="511" y="576"/>
                    </a:lnTo>
                    <a:cubicBezTo>
                      <a:pt x="594" y="511"/>
                      <a:pt x="640" y="418"/>
                      <a:pt x="640" y="316"/>
                    </a:cubicBezTo>
                    <a:cubicBezTo>
                      <a:pt x="64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Subtitle 2">
            <a:extLst>
              <a:ext uri="{FF2B5EF4-FFF2-40B4-BE49-F238E27FC236}">
                <a16:creationId xmlns:a16="http://schemas.microsoft.com/office/drawing/2014/main" id="{F5516801-682B-BE1F-9030-F5C49935046A}"/>
              </a:ext>
            </a:extLst>
          </p:cNvPr>
          <p:cNvSpPr>
            <a:spLocks noGrp="1"/>
          </p:cNvSpPr>
          <p:nvPr>
            <p:ph type="subTitle" idx="1"/>
          </p:nvPr>
        </p:nvSpPr>
        <p:spPr/>
        <p:txBody>
          <a:bodyPr/>
          <a:lstStyle/>
          <a:p>
            <a:endParaRPr lang="en-MY"/>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314" name="Rectangle 2">
            <a:extLst>
              <a:ext uri="{FF2B5EF4-FFF2-40B4-BE49-F238E27FC236}">
                <a16:creationId xmlns:a16="http://schemas.microsoft.com/office/drawing/2014/main" id="{199F5B83-262C-4096-F172-A16B015D5715}"/>
              </a:ext>
            </a:extLst>
          </p:cNvPr>
          <p:cNvSpPr>
            <a:spLocks noGrp="1" noChangeArrowheads="1"/>
          </p:cNvSpPr>
          <p:nvPr>
            <p:ph type="title"/>
          </p:nvPr>
        </p:nvSpPr>
        <p:spPr>
          <a:xfrm>
            <a:off x="719999" y="541675"/>
            <a:ext cx="8027051" cy="961060"/>
          </a:xfrm>
        </p:spPr>
        <p:txBody>
          <a:bodyPr/>
          <a:lstStyle/>
          <a:p>
            <a:pPr marL="460375" indent="-460375">
              <a:tabLst>
                <a:tab pos="460375" algn="l"/>
              </a:tabLst>
            </a:pPr>
            <a:r>
              <a:rPr lang="en-US" altLang="en-US" dirty="0">
                <a:solidFill>
                  <a:schemeClr val="hlink"/>
                </a:solidFill>
              </a:rPr>
              <a:t>Software Maintenance Activities Classification</a:t>
            </a:r>
            <a:br>
              <a:rPr lang="en-US" altLang="en-US" dirty="0">
                <a:solidFill>
                  <a:schemeClr val="hlink"/>
                </a:solidFill>
              </a:rPr>
            </a:br>
            <a:endParaRPr lang="en-US" altLang="en-US" dirty="0">
              <a:solidFill>
                <a:schemeClr val="hlink"/>
              </a:solidFill>
            </a:endParaRPr>
          </a:p>
        </p:txBody>
      </p:sp>
      <p:sp>
        <p:nvSpPr>
          <p:cNvPr id="1037315" name="Rectangle 3">
            <a:extLst>
              <a:ext uri="{FF2B5EF4-FFF2-40B4-BE49-F238E27FC236}">
                <a16:creationId xmlns:a16="http://schemas.microsoft.com/office/drawing/2014/main" id="{2DFA0899-9216-F6CF-BCC5-171D61CE5837}"/>
              </a:ext>
            </a:extLst>
          </p:cNvPr>
          <p:cNvSpPr>
            <a:spLocks noGrp="1" noChangeArrowheads="1"/>
          </p:cNvSpPr>
          <p:nvPr>
            <p:ph type="body" idx="1"/>
          </p:nvPr>
        </p:nvSpPr>
        <p:spPr>
          <a:xfrm>
            <a:off x="713101" y="1381701"/>
            <a:ext cx="7710900" cy="2907703"/>
          </a:xfrm>
        </p:spPr>
        <p:txBody>
          <a:bodyPr/>
          <a:lstStyle/>
          <a:p>
            <a:pPr marL="228600" indent="-228600">
              <a:spcAft>
                <a:spcPts val="1200"/>
              </a:spcAft>
              <a:buFont typeface="Arial" panose="020B0604020202020204" pitchFamily="34" charset="0"/>
              <a:buChar char="•"/>
            </a:pPr>
            <a:r>
              <a:rPr lang="en-US" altLang="en-US" sz="1600" dirty="0"/>
              <a:t>Software maintenance is a crucial lifecycle phase that keeps software functional, efficient, and adaptable to changing needs. </a:t>
            </a:r>
          </a:p>
          <a:p>
            <a:pPr marL="228600" indent="-228600">
              <a:spcAft>
                <a:spcPts val="1200"/>
              </a:spcAft>
              <a:buFont typeface="Arial" panose="020B0604020202020204" pitchFamily="34" charset="0"/>
              <a:buChar char="•"/>
            </a:pPr>
            <a:r>
              <a:rPr lang="en-US" altLang="en-US" sz="1600" dirty="0"/>
              <a:t>To manage it effectively, maintenance activities can be classified from different perspectives.</a:t>
            </a:r>
          </a:p>
          <a:p>
            <a:pPr marL="228600" indent="-228600">
              <a:spcAft>
                <a:spcPts val="600"/>
              </a:spcAft>
              <a:buFont typeface="Arial" panose="020B0604020202020204" pitchFamily="34" charset="0"/>
              <a:buChar char="•"/>
            </a:pPr>
            <a:r>
              <a:rPr lang="en-US" altLang="en-US" sz="1600" dirty="0"/>
              <a:t>Maintenance activities from three perspectives:</a:t>
            </a:r>
          </a:p>
          <a:p>
            <a:pPr marL="457200" lvl="1" indent="-228600">
              <a:spcAft>
                <a:spcPts val="600"/>
              </a:spcAft>
              <a:buFont typeface="+mj-lt"/>
              <a:buAutoNum type="alphaLcParenR"/>
            </a:pPr>
            <a:r>
              <a:rPr lang="en-US" altLang="en-US" sz="1400" dirty="0">
                <a:solidFill>
                  <a:srgbClr val="0000FF"/>
                </a:solidFill>
              </a:rPr>
              <a:t>Intention-based classification of software maintenance</a:t>
            </a:r>
          </a:p>
          <a:p>
            <a:pPr marL="457200" lvl="1" indent="-228600">
              <a:spcAft>
                <a:spcPts val="600"/>
              </a:spcAft>
              <a:buFont typeface="+mj-lt"/>
              <a:buAutoNum type="alphaLcParenR"/>
            </a:pPr>
            <a:r>
              <a:rPr lang="en-US" altLang="en-US" sz="1400" dirty="0">
                <a:solidFill>
                  <a:srgbClr val="0000FF"/>
                </a:solidFill>
              </a:rPr>
              <a:t>Activity-based classification of software maintenance </a:t>
            </a:r>
          </a:p>
          <a:p>
            <a:pPr marL="457200" lvl="1" indent="-228600">
              <a:spcAft>
                <a:spcPts val="600"/>
              </a:spcAft>
              <a:buFont typeface="+mj-lt"/>
              <a:buAutoNum type="alphaLcParenR"/>
            </a:pPr>
            <a:r>
              <a:rPr lang="en-US" altLang="en-US" sz="1400" dirty="0">
                <a:solidFill>
                  <a:srgbClr val="0000FF"/>
                </a:solidFill>
              </a:rPr>
              <a:t>Evidence-based classification of software maintenance</a:t>
            </a:r>
            <a:endParaRPr lang="en-US" altLang="en-US" sz="1400" dirty="0"/>
          </a:p>
        </p:txBody>
      </p:sp>
      <p:pic>
        <p:nvPicPr>
          <p:cNvPr id="1037352" name="Picture 1037351">
            <a:extLst>
              <a:ext uri="{FF2B5EF4-FFF2-40B4-BE49-F238E27FC236}">
                <a16:creationId xmlns:a16="http://schemas.microsoft.com/office/drawing/2014/main" id="{8EB12801-11A1-C4AB-7259-3BD082BA113A}"/>
              </a:ext>
            </a:extLst>
          </p:cNvPr>
          <p:cNvPicPr>
            <a:picLocks noChangeAspect="1"/>
          </p:cNvPicPr>
          <p:nvPr/>
        </p:nvPicPr>
        <p:blipFill>
          <a:blip r:embed="rId3"/>
          <a:srcRect l="27701" t="34315" r="47962" b="34815"/>
          <a:stretch/>
        </p:blipFill>
        <p:spPr>
          <a:xfrm>
            <a:off x="6861025" y="2631223"/>
            <a:ext cx="2360428" cy="2768252"/>
          </a:xfrm>
          <a:prstGeom prst="rect">
            <a:avLst/>
          </a:prstGeom>
        </p:spPr>
      </p:pic>
    </p:spTree>
    <p:extLst>
      <p:ext uri="{BB962C8B-B14F-4D97-AF65-F5344CB8AC3E}">
        <p14:creationId xmlns:p14="http://schemas.microsoft.com/office/powerpoint/2010/main" val="2645417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78662-BD99-2228-2471-979CA4092C0D}"/>
            </a:ext>
          </a:extLst>
        </p:cNvPr>
        <p:cNvGrpSpPr/>
        <p:nvPr/>
      </p:nvGrpSpPr>
      <p:grpSpPr>
        <a:xfrm>
          <a:off x="0" y="0"/>
          <a:ext cx="0" cy="0"/>
          <a:chOff x="0" y="0"/>
          <a:chExt cx="0" cy="0"/>
        </a:xfrm>
      </p:grpSpPr>
      <p:sp>
        <p:nvSpPr>
          <p:cNvPr id="1037315" name="Rectangle 3">
            <a:extLst>
              <a:ext uri="{FF2B5EF4-FFF2-40B4-BE49-F238E27FC236}">
                <a16:creationId xmlns:a16="http://schemas.microsoft.com/office/drawing/2014/main" id="{B922AC43-4A65-B673-F163-D8D76B87D114}"/>
              </a:ext>
            </a:extLst>
          </p:cNvPr>
          <p:cNvSpPr>
            <a:spLocks noGrp="1" noChangeArrowheads="1"/>
          </p:cNvSpPr>
          <p:nvPr>
            <p:ph type="body" idx="1"/>
          </p:nvPr>
        </p:nvSpPr>
        <p:spPr>
          <a:xfrm>
            <a:off x="716549" y="1438275"/>
            <a:ext cx="7881645" cy="3163549"/>
          </a:xfrm>
        </p:spPr>
        <p:txBody>
          <a:bodyPr/>
          <a:lstStyle/>
          <a:p>
            <a:pPr marL="112713" indent="-112713">
              <a:lnSpc>
                <a:spcPts val="1800"/>
              </a:lnSpc>
              <a:spcAft>
                <a:spcPts val="600"/>
              </a:spcAft>
              <a:buFont typeface="Arial" panose="020B0604020202020204" pitchFamily="34" charset="0"/>
              <a:buChar char="•"/>
            </a:pPr>
            <a:r>
              <a:rPr lang="en-US" altLang="en-US" dirty="0"/>
              <a:t>Based on the </a:t>
            </a:r>
            <a:r>
              <a:rPr lang="en-US" altLang="en-US" b="1" dirty="0"/>
              <a:t>objective </a:t>
            </a:r>
            <a:r>
              <a:rPr lang="en-US" altLang="en-US" dirty="0"/>
              <a:t>behind the task. Clarify the purpose of the maintenance activity and align tasks with their intended impact or outcome (the ‘</a:t>
            </a:r>
            <a:r>
              <a:rPr lang="en-US" altLang="en-US" b="1" dirty="0"/>
              <a:t>Why</a:t>
            </a:r>
            <a:r>
              <a:rPr lang="en-US" altLang="en-US" dirty="0"/>
              <a:t>’).  Maintenance activities are divided into four groups:</a:t>
            </a:r>
          </a:p>
          <a:p>
            <a:pPr>
              <a:spcAft>
                <a:spcPts val="600"/>
              </a:spcAft>
              <a:buFont typeface="+mj-lt"/>
              <a:buAutoNum type="alphaLcParenR"/>
            </a:pPr>
            <a:r>
              <a:rPr lang="en-US" altLang="en-US" dirty="0">
                <a:solidFill>
                  <a:srgbClr val="0000FF"/>
                </a:solidFill>
              </a:rPr>
              <a:t>Corrective maintenance</a:t>
            </a:r>
          </a:p>
          <a:p>
            <a:pPr marL="687388" lvl="1" indent="-227013">
              <a:spcAft>
                <a:spcPts val="600"/>
              </a:spcAft>
            </a:pPr>
            <a:r>
              <a:rPr lang="en-US" altLang="en-US" dirty="0"/>
              <a:t>Purpose - to correct failures, processing failures and performance failures.</a:t>
            </a:r>
          </a:p>
          <a:p>
            <a:pPr>
              <a:spcBef>
                <a:spcPts val="600"/>
              </a:spcBef>
              <a:spcAft>
                <a:spcPts val="600"/>
              </a:spcAft>
              <a:buFont typeface="+mj-lt"/>
              <a:buAutoNum type="alphaLcParenR"/>
            </a:pPr>
            <a:r>
              <a:rPr lang="en-US" altLang="en-US" dirty="0">
                <a:solidFill>
                  <a:srgbClr val="0000FF"/>
                </a:solidFill>
              </a:rPr>
              <a:t>Adaptive maintenance</a:t>
            </a:r>
          </a:p>
          <a:p>
            <a:pPr marL="687388" lvl="1" indent="-227013">
              <a:spcAft>
                <a:spcPts val="600"/>
              </a:spcAft>
            </a:pPr>
            <a:r>
              <a:rPr lang="en-US" altLang="en-US" dirty="0"/>
              <a:t>Purpose - to enable the system to adapt to changes in its data environment or processing environment.</a:t>
            </a:r>
          </a:p>
          <a:p>
            <a:pPr>
              <a:spcBef>
                <a:spcPts val="600"/>
              </a:spcBef>
              <a:spcAft>
                <a:spcPts val="600"/>
              </a:spcAft>
              <a:buFont typeface="+mj-lt"/>
              <a:buAutoNum type="alphaLcParenR"/>
            </a:pPr>
            <a:r>
              <a:rPr lang="en-US" altLang="en-US" dirty="0">
                <a:solidFill>
                  <a:srgbClr val="0000FF"/>
                </a:solidFill>
              </a:rPr>
              <a:t>Perfective maintenance </a:t>
            </a:r>
          </a:p>
          <a:p>
            <a:pPr marL="687388" lvl="1" indent="-227013">
              <a:spcAft>
                <a:spcPts val="600"/>
              </a:spcAft>
            </a:pPr>
            <a:r>
              <a:rPr lang="en-US" altLang="en-US" dirty="0"/>
              <a:t>Purpose - to make a variety of improvements, namely, user experience, processing efficiency, and maintainability.</a:t>
            </a:r>
          </a:p>
          <a:p>
            <a:pPr>
              <a:spcBef>
                <a:spcPts val="600"/>
              </a:spcBef>
              <a:spcAft>
                <a:spcPts val="600"/>
              </a:spcAft>
              <a:buFont typeface="+mj-lt"/>
              <a:buAutoNum type="alphaLcParenR"/>
            </a:pPr>
            <a:r>
              <a:rPr lang="en-US" altLang="en-US" dirty="0">
                <a:solidFill>
                  <a:srgbClr val="0000FF"/>
                </a:solidFill>
              </a:rPr>
              <a:t>Preventive maintenance</a:t>
            </a:r>
          </a:p>
          <a:p>
            <a:pPr marL="687388" lvl="1" indent="-227013">
              <a:spcAft>
                <a:spcPts val="600"/>
              </a:spcAft>
            </a:pPr>
            <a:r>
              <a:rPr lang="en-US" altLang="en-US" dirty="0"/>
              <a:t>Purpose - to prevent problems from occurring by modifying software products.</a:t>
            </a:r>
          </a:p>
        </p:txBody>
      </p:sp>
      <p:sp>
        <p:nvSpPr>
          <p:cNvPr id="1037314" name="Rectangle 2">
            <a:extLst>
              <a:ext uri="{FF2B5EF4-FFF2-40B4-BE49-F238E27FC236}">
                <a16:creationId xmlns:a16="http://schemas.microsoft.com/office/drawing/2014/main" id="{0A2BC1B5-BDE9-4735-1AA3-6E31AE910947}"/>
              </a:ext>
            </a:extLst>
          </p:cNvPr>
          <p:cNvSpPr>
            <a:spLocks noGrp="1" noChangeArrowheads="1"/>
          </p:cNvSpPr>
          <p:nvPr>
            <p:ph type="title"/>
          </p:nvPr>
        </p:nvSpPr>
        <p:spPr/>
        <p:txBody>
          <a:bodyPr/>
          <a:lstStyle/>
          <a:p>
            <a:pPr marL="457200" indent="-457200">
              <a:tabLst>
                <a:tab pos="457200" algn="l"/>
              </a:tabLst>
            </a:pPr>
            <a:r>
              <a:rPr lang="en-US" altLang="en-US" dirty="0">
                <a:solidFill>
                  <a:schemeClr val="hlink"/>
                </a:solidFill>
              </a:rPr>
              <a:t>A)	Intention-based Classification of Software Maintenance</a:t>
            </a:r>
          </a:p>
        </p:txBody>
      </p:sp>
    </p:spTree>
    <p:extLst>
      <p:ext uri="{BB962C8B-B14F-4D97-AF65-F5344CB8AC3E}">
        <p14:creationId xmlns:p14="http://schemas.microsoft.com/office/powerpoint/2010/main" val="2026437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15EEB7-3877-456C-A53D-6EE5DC41F752}"/>
              </a:ext>
            </a:extLst>
          </p:cNvPr>
          <p:cNvSpPr>
            <a:spLocks noGrp="1"/>
          </p:cNvSpPr>
          <p:nvPr>
            <p:ph type="title"/>
          </p:nvPr>
        </p:nvSpPr>
        <p:spPr/>
        <p:txBody>
          <a:bodyPr/>
          <a:lstStyle/>
          <a:p>
            <a:r>
              <a:rPr lang="en-US" dirty="0"/>
              <a:t>Example</a:t>
            </a:r>
          </a:p>
        </p:txBody>
      </p:sp>
      <p:graphicFrame>
        <p:nvGraphicFramePr>
          <p:cNvPr id="4" name="Table 4">
            <a:extLst>
              <a:ext uri="{FF2B5EF4-FFF2-40B4-BE49-F238E27FC236}">
                <a16:creationId xmlns:a16="http://schemas.microsoft.com/office/drawing/2014/main" id="{C98311E4-D3CA-4568-ADC7-E740EEAD229C}"/>
              </a:ext>
            </a:extLst>
          </p:cNvPr>
          <p:cNvGraphicFramePr>
            <a:graphicFrameLocks noGrp="1"/>
          </p:cNvGraphicFramePr>
          <p:nvPr>
            <p:extLst>
              <p:ext uri="{D42A27DB-BD31-4B8C-83A1-F6EECF244321}">
                <p14:modId xmlns:p14="http://schemas.microsoft.com/office/powerpoint/2010/main" val="3282787322"/>
              </p:ext>
            </p:extLst>
          </p:nvPr>
        </p:nvGraphicFramePr>
        <p:xfrm>
          <a:off x="1225521" y="1114375"/>
          <a:ext cx="6870263" cy="3405586"/>
        </p:xfrm>
        <a:graphic>
          <a:graphicData uri="http://schemas.openxmlformats.org/drawingml/2006/table">
            <a:tbl>
              <a:tblPr firstRow="1" bandRow="1">
                <a:tableStyleId>{9FE05D7C-9F81-460F-AFCC-118B0941DA4D}</a:tableStyleId>
              </a:tblPr>
              <a:tblGrid>
                <a:gridCol w="3562059">
                  <a:extLst>
                    <a:ext uri="{9D8B030D-6E8A-4147-A177-3AD203B41FA5}">
                      <a16:colId xmlns:a16="http://schemas.microsoft.com/office/drawing/2014/main" val="1107344119"/>
                    </a:ext>
                  </a:extLst>
                </a:gridCol>
                <a:gridCol w="3308204">
                  <a:extLst>
                    <a:ext uri="{9D8B030D-6E8A-4147-A177-3AD203B41FA5}">
                      <a16:colId xmlns:a16="http://schemas.microsoft.com/office/drawing/2014/main" val="3534248850"/>
                    </a:ext>
                  </a:extLst>
                </a:gridCol>
              </a:tblGrid>
              <a:tr h="3405586">
                <a:tc>
                  <a:txBody>
                    <a:bodyPr/>
                    <a:lstStyle/>
                    <a:p>
                      <a:r>
                        <a:rPr lang="en-US" b="1" dirty="0">
                          <a:solidFill>
                            <a:srgbClr val="0070C0"/>
                          </a:solidFill>
                        </a:rPr>
                        <a:t>Corrective Maintenance</a:t>
                      </a:r>
                    </a:p>
                    <a:p>
                      <a:endParaRPr lang="en-US" dirty="0"/>
                    </a:p>
                    <a:p>
                      <a:r>
                        <a:rPr lang="en-US" sz="1200" b="1" dirty="0"/>
                        <a:t>Scenario:</a:t>
                      </a:r>
                      <a:br>
                        <a:rPr lang="en-US" sz="1200" dirty="0"/>
                      </a:br>
                      <a:r>
                        <a:rPr lang="en-US" sz="1200" dirty="0"/>
                        <a:t>A university’s student portal system suddenly stops displaying students’ grades after a recent semester update. When students try to view their results, the page shows an error message:</a:t>
                      </a:r>
                    </a:p>
                    <a:p>
                      <a:r>
                        <a:rPr lang="en-US" sz="1200" dirty="0"/>
                        <a:t>“Data retrieval failed: </a:t>
                      </a:r>
                      <a:r>
                        <a:rPr lang="en-US" sz="1200" dirty="0" err="1"/>
                        <a:t>NullPointerException</a:t>
                      </a:r>
                      <a:r>
                        <a:rPr lang="en-US" sz="1200" dirty="0"/>
                        <a:t> in GradeController.java”</a:t>
                      </a:r>
                    </a:p>
                    <a:p>
                      <a:endParaRPr lang="en-US" sz="1200" dirty="0"/>
                    </a:p>
                    <a:p>
                      <a:endParaRPr lang="en-US" sz="1200" dirty="0"/>
                    </a:p>
                    <a:p>
                      <a:r>
                        <a:rPr lang="en-US" sz="1200" b="1" dirty="0"/>
                        <a:t>Purpose :</a:t>
                      </a:r>
                      <a:br>
                        <a:rPr lang="en-US" sz="1200" dirty="0"/>
                      </a:br>
                      <a:r>
                        <a:rPr lang="en-US" sz="1200" b="0" dirty="0"/>
                        <a:t>To correct failures in the system — specifically processing failures and performance failures — that prevent the software from functioning as intended.</a:t>
                      </a:r>
                    </a:p>
                  </a:txBody>
                  <a:tcPr/>
                </a:tc>
                <a:tc>
                  <a:txBody>
                    <a:bodyPr/>
                    <a:lstStyle/>
                    <a:p>
                      <a:r>
                        <a:rPr lang="en-US" b="1" dirty="0">
                          <a:solidFill>
                            <a:srgbClr val="0070C0"/>
                          </a:solidFill>
                        </a:rPr>
                        <a:t>Adaptive Maintenance</a:t>
                      </a:r>
                    </a:p>
                    <a:p>
                      <a:endParaRPr lang="en-US" dirty="0"/>
                    </a:p>
                    <a:p>
                      <a:r>
                        <a:rPr lang="en-US" sz="1200" b="1" dirty="0"/>
                        <a:t>Scenario:</a:t>
                      </a:r>
                      <a:br>
                        <a:rPr lang="en-US" sz="1200" dirty="0"/>
                      </a:br>
                      <a:r>
                        <a:rPr lang="en-US" sz="1200" dirty="0"/>
                        <a:t>A </a:t>
                      </a:r>
                      <a:r>
                        <a:rPr lang="en-US" sz="1200" b="0" dirty="0"/>
                        <a:t>banking application was originally designed to run on Windows Server 2016. The bank decides to upgrade its infrastructure to Windows Server 2022 and migrate its database from Oracle to PostgreSQL </a:t>
                      </a:r>
                      <a:r>
                        <a:rPr lang="en-US" sz="1200" dirty="0"/>
                        <a:t>to reduce licensing costs.</a:t>
                      </a:r>
                    </a:p>
                    <a:p>
                      <a:endParaRPr lang="en-US" sz="1200" b="1" dirty="0"/>
                    </a:p>
                    <a:p>
                      <a:endParaRPr lang="en-US" sz="1200" b="1" dirty="0"/>
                    </a:p>
                    <a:p>
                      <a:r>
                        <a:rPr lang="en-US" sz="1200" b="1" dirty="0"/>
                        <a:t>Purpose:</a:t>
                      </a:r>
                      <a:br>
                        <a:rPr lang="en-US" sz="1200" dirty="0"/>
                      </a:br>
                      <a:r>
                        <a:rPr lang="en-US" sz="1200" dirty="0"/>
                        <a:t>To </a:t>
                      </a:r>
                      <a:r>
                        <a:rPr lang="en-US" sz="1200" b="0" dirty="0"/>
                        <a:t>enable the system to adapt to changes in its processing environment (new operating system) and data environment (new database system).</a:t>
                      </a:r>
                    </a:p>
                    <a:p>
                      <a:endParaRPr lang="en-US" sz="1200" dirty="0"/>
                    </a:p>
                  </a:txBody>
                  <a:tcPr/>
                </a:tc>
                <a:extLst>
                  <a:ext uri="{0D108BD9-81ED-4DB2-BD59-A6C34878D82A}">
                    <a16:rowId xmlns:a16="http://schemas.microsoft.com/office/drawing/2014/main" val="1586275858"/>
                  </a:ext>
                </a:extLst>
              </a:tr>
            </a:tbl>
          </a:graphicData>
        </a:graphic>
      </p:graphicFrame>
    </p:spTree>
    <p:extLst>
      <p:ext uri="{BB962C8B-B14F-4D97-AF65-F5344CB8AC3E}">
        <p14:creationId xmlns:p14="http://schemas.microsoft.com/office/powerpoint/2010/main" val="4281433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15EEB7-3877-456C-A53D-6EE5DC41F752}"/>
              </a:ext>
            </a:extLst>
          </p:cNvPr>
          <p:cNvSpPr>
            <a:spLocks noGrp="1"/>
          </p:cNvSpPr>
          <p:nvPr>
            <p:ph type="title"/>
          </p:nvPr>
        </p:nvSpPr>
        <p:spPr/>
        <p:txBody>
          <a:bodyPr/>
          <a:lstStyle/>
          <a:p>
            <a:r>
              <a:rPr lang="en-US" dirty="0"/>
              <a:t>Example</a:t>
            </a:r>
          </a:p>
        </p:txBody>
      </p:sp>
      <p:graphicFrame>
        <p:nvGraphicFramePr>
          <p:cNvPr id="4" name="Table 4">
            <a:extLst>
              <a:ext uri="{FF2B5EF4-FFF2-40B4-BE49-F238E27FC236}">
                <a16:creationId xmlns:a16="http://schemas.microsoft.com/office/drawing/2014/main" id="{C98311E4-D3CA-4568-ADC7-E740EEAD229C}"/>
              </a:ext>
            </a:extLst>
          </p:cNvPr>
          <p:cNvGraphicFramePr>
            <a:graphicFrameLocks noGrp="1"/>
          </p:cNvGraphicFramePr>
          <p:nvPr>
            <p:extLst>
              <p:ext uri="{D42A27DB-BD31-4B8C-83A1-F6EECF244321}">
                <p14:modId xmlns:p14="http://schemas.microsoft.com/office/powerpoint/2010/main" val="1126176667"/>
              </p:ext>
            </p:extLst>
          </p:nvPr>
        </p:nvGraphicFramePr>
        <p:xfrm>
          <a:off x="1225521" y="1114375"/>
          <a:ext cx="6870263" cy="3405586"/>
        </p:xfrm>
        <a:graphic>
          <a:graphicData uri="http://schemas.openxmlformats.org/drawingml/2006/table">
            <a:tbl>
              <a:tblPr firstRow="1" bandRow="1">
                <a:tableStyleId>{9FE05D7C-9F81-460F-AFCC-118B0941DA4D}</a:tableStyleId>
              </a:tblPr>
              <a:tblGrid>
                <a:gridCol w="3562059">
                  <a:extLst>
                    <a:ext uri="{9D8B030D-6E8A-4147-A177-3AD203B41FA5}">
                      <a16:colId xmlns:a16="http://schemas.microsoft.com/office/drawing/2014/main" val="1107344119"/>
                    </a:ext>
                  </a:extLst>
                </a:gridCol>
                <a:gridCol w="3308204">
                  <a:extLst>
                    <a:ext uri="{9D8B030D-6E8A-4147-A177-3AD203B41FA5}">
                      <a16:colId xmlns:a16="http://schemas.microsoft.com/office/drawing/2014/main" val="3534248850"/>
                    </a:ext>
                  </a:extLst>
                </a:gridCol>
              </a:tblGrid>
              <a:tr h="3405586">
                <a:tc>
                  <a:txBody>
                    <a:bodyPr/>
                    <a:lstStyle/>
                    <a:p>
                      <a:r>
                        <a:rPr lang="en-US" b="1" dirty="0">
                          <a:solidFill>
                            <a:srgbClr val="0070C0"/>
                          </a:solidFill>
                        </a:rPr>
                        <a:t>Perfective Maintenance</a:t>
                      </a:r>
                    </a:p>
                    <a:p>
                      <a:endParaRPr lang="en-US" dirty="0"/>
                    </a:p>
                    <a:p>
                      <a:r>
                        <a:rPr lang="en-US" sz="1200" b="1" dirty="0"/>
                        <a:t>Scenario:</a:t>
                      </a:r>
                      <a:br>
                        <a:rPr lang="en-US" sz="1200" dirty="0"/>
                      </a:br>
                      <a:r>
                        <a:rPr lang="en-US" sz="1200" dirty="0"/>
                        <a:t>An </a:t>
                      </a:r>
                      <a:r>
                        <a:rPr lang="en-US" sz="1200" b="0" dirty="0"/>
                        <a:t>online food delivery system </a:t>
                      </a:r>
                      <a:r>
                        <a:rPr lang="en-US" sz="1200" dirty="0"/>
                        <a:t>is working fine, but users often complain that it takes too long to find restaurants because of the slow search feature. The interface also looks outdated and cluttered.</a:t>
                      </a:r>
                    </a:p>
                    <a:p>
                      <a:endParaRPr lang="en-US" sz="1200" dirty="0"/>
                    </a:p>
                    <a:p>
                      <a:endParaRPr lang="en-US" sz="1200" dirty="0"/>
                    </a:p>
                    <a:p>
                      <a:endParaRPr lang="en-US" sz="1200" dirty="0"/>
                    </a:p>
                    <a:p>
                      <a:endParaRPr lang="en-US" sz="1200" dirty="0"/>
                    </a:p>
                    <a:p>
                      <a:r>
                        <a:rPr lang="en-US" sz="1200" b="1" dirty="0"/>
                        <a:t>Purpose:</a:t>
                      </a:r>
                      <a:br>
                        <a:rPr lang="en-US" sz="1200" dirty="0"/>
                      </a:br>
                      <a:r>
                        <a:rPr lang="en-US" sz="1200" dirty="0"/>
                        <a:t>To </a:t>
                      </a:r>
                      <a:r>
                        <a:rPr lang="en-US" sz="1200" b="0" dirty="0"/>
                        <a:t>improve user experience, processing efficiency, and maintainability </a:t>
                      </a:r>
                      <a:r>
                        <a:rPr lang="en-US" sz="1200" dirty="0"/>
                        <a:t>of the system.</a:t>
                      </a:r>
                    </a:p>
                  </a:txBody>
                  <a:tcPr/>
                </a:tc>
                <a:tc>
                  <a:txBody>
                    <a:bodyPr/>
                    <a:lstStyle/>
                    <a:p>
                      <a:r>
                        <a:rPr lang="en-US" b="1" dirty="0">
                          <a:solidFill>
                            <a:srgbClr val="0070C0"/>
                          </a:solidFill>
                        </a:rPr>
                        <a:t>Preventive Maintenance</a:t>
                      </a:r>
                    </a:p>
                    <a:p>
                      <a:endParaRPr lang="en-US" dirty="0"/>
                    </a:p>
                    <a:p>
                      <a:r>
                        <a:rPr lang="en-US" sz="1200" b="1" dirty="0"/>
                        <a:t>Scenario:</a:t>
                      </a:r>
                      <a:br>
                        <a:rPr lang="en-US" sz="1200" dirty="0"/>
                      </a:br>
                      <a:r>
                        <a:rPr lang="en-US" sz="1200" b="0" dirty="0"/>
                        <a:t>A hospital management system is running smoothly, but the development team notices that some modules use outdated third-party libraries that may become incompatible with newer operating systems or could contain security vulnerabilities in the future.</a:t>
                      </a:r>
                    </a:p>
                    <a:p>
                      <a:endParaRPr lang="en-US" sz="1200" b="1" dirty="0"/>
                    </a:p>
                    <a:p>
                      <a:endParaRPr lang="en-US" sz="1200" b="1" dirty="0"/>
                    </a:p>
                    <a:p>
                      <a:r>
                        <a:rPr lang="en-US" sz="1200" b="1" dirty="0"/>
                        <a:t>Purpose:</a:t>
                      </a:r>
                      <a:br>
                        <a:rPr lang="en-US" sz="1200" dirty="0"/>
                      </a:br>
                      <a:r>
                        <a:rPr lang="en-US" sz="1200" b="0" dirty="0"/>
                        <a:t>To prevent problems from occurring by making proactive changes that reduce the risk of future failures.</a:t>
                      </a:r>
                    </a:p>
                  </a:txBody>
                  <a:tcPr/>
                </a:tc>
                <a:extLst>
                  <a:ext uri="{0D108BD9-81ED-4DB2-BD59-A6C34878D82A}">
                    <a16:rowId xmlns:a16="http://schemas.microsoft.com/office/drawing/2014/main" val="1586275858"/>
                  </a:ext>
                </a:extLst>
              </a:tr>
            </a:tbl>
          </a:graphicData>
        </a:graphic>
      </p:graphicFrame>
    </p:spTree>
    <p:extLst>
      <p:ext uri="{BB962C8B-B14F-4D97-AF65-F5344CB8AC3E}">
        <p14:creationId xmlns:p14="http://schemas.microsoft.com/office/powerpoint/2010/main" val="268432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9" name="Rectangle 3">
            <a:extLst>
              <a:ext uri="{FF2B5EF4-FFF2-40B4-BE49-F238E27FC236}">
                <a16:creationId xmlns:a16="http://schemas.microsoft.com/office/drawing/2014/main" id="{D0F646BE-7806-34EB-44BB-DAE193792A5F}"/>
              </a:ext>
            </a:extLst>
          </p:cNvPr>
          <p:cNvSpPr>
            <a:spLocks noGrp="1" noChangeArrowheads="1"/>
          </p:cNvSpPr>
          <p:nvPr>
            <p:ph type="body" idx="1"/>
          </p:nvPr>
        </p:nvSpPr>
        <p:spPr>
          <a:xfrm>
            <a:off x="716550" y="1241219"/>
            <a:ext cx="7710900" cy="3304945"/>
          </a:xfrm>
        </p:spPr>
        <p:txBody>
          <a:bodyPr/>
          <a:lstStyle/>
          <a:p>
            <a:pPr marL="227013" indent="-227013">
              <a:lnSpc>
                <a:spcPts val="1800"/>
              </a:lnSpc>
              <a:spcAft>
                <a:spcPts val="600"/>
              </a:spcAft>
              <a:buFont typeface="Arial" panose="020B0604020202020204" pitchFamily="34" charset="0"/>
              <a:buChar char="•"/>
              <a:tabLst>
                <a:tab pos="801688" algn="l"/>
              </a:tabLst>
            </a:pPr>
            <a:r>
              <a:rPr lang="en-US" altLang="en-US" dirty="0"/>
              <a:t>Organizes maintenance activities based on the </a:t>
            </a:r>
            <a:r>
              <a:rPr lang="en-US" altLang="en-US" b="1" dirty="0"/>
              <a:t>specific</a:t>
            </a:r>
            <a:r>
              <a:rPr lang="en-US" altLang="en-US" dirty="0"/>
              <a:t> </a:t>
            </a:r>
            <a:r>
              <a:rPr lang="en-US" altLang="en-US" b="1" dirty="0"/>
              <a:t>tasks performed </a:t>
            </a:r>
            <a:r>
              <a:rPr lang="en-US" altLang="en-US" dirty="0"/>
              <a:t>(</a:t>
            </a:r>
            <a:r>
              <a:rPr lang="en-US" b="1" dirty="0"/>
              <a:t>Which </a:t>
            </a:r>
            <a:r>
              <a:rPr lang="en-US" dirty="0"/>
              <a:t>activities need to be done?)</a:t>
            </a:r>
            <a:r>
              <a:rPr lang="en-US" altLang="en-US" b="1" dirty="0"/>
              <a:t>.  </a:t>
            </a:r>
            <a:r>
              <a:rPr lang="en-US" altLang="en-US" dirty="0"/>
              <a:t>This facilitates easier task management and ensure a structured workflow. The activities are typically categorized as:</a:t>
            </a:r>
          </a:p>
          <a:p>
            <a:pPr marL="228600" lvl="1" indent="0">
              <a:buNone/>
              <a:tabLst>
                <a:tab pos="460375" algn="l"/>
                <a:tab pos="801688" algn="l"/>
              </a:tabLst>
            </a:pPr>
            <a:r>
              <a:rPr lang="en-US" altLang="en-US" dirty="0">
                <a:solidFill>
                  <a:srgbClr val="0000FF"/>
                </a:solidFill>
              </a:rPr>
              <a:t>a)	Bug Fixing: </a:t>
            </a:r>
          </a:p>
          <a:p>
            <a:pPr marL="460375" lvl="1" indent="0">
              <a:buNone/>
              <a:tabLst>
                <a:tab pos="801688" algn="l"/>
              </a:tabLst>
            </a:pPr>
            <a:r>
              <a:rPr lang="en-US" altLang="en-US" dirty="0"/>
              <a:t>Correcting defects and issues in the software that hinder its proper functioning.</a:t>
            </a:r>
          </a:p>
          <a:p>
            <a:pPr marL="460375" lvl="1" indent="0">
              <a:buNone/>
              <a:tabLst>
                <a:tab pos="801688" algn="l"/>
              </a:tabLst>
            </a:pPr>
            <a:endParaRPr lang="en-US" altLang="en-US" dirty="0"/>
          </a:p>
          <a:p>
            <a:pPr marL="228600" lvl="1" indent="0">
              <a:buNone/>
              <a:tabLst>
                <a:tab pos="460375" algn="l"/>
                <a:tab pos="801688" algn="l"/>
              </a:tabLst>
            </a:pPr>
            <a:r>
              <a:rPr lang="en-US" altLang="en-US" dirty="0">
                <a:solidFill>
                  <a:srgbClr val="0000FF"/>
                </a:solidFill>
              </a:rPr>
              <a:t>b)	Enhancement: </a:t>
            </a:r>
          </a:p>
          <a:p>
            <a:pPr marL="460375" lvl="1" indent="0">
              <a:buNone/>
              <a:tabLst>
                <a:tab pos="801688" algn="l"/>
              </a:tabLst>
            </a:pPr>
            <a:r>
              <a:rPr lang="en-US" altLang="en-US" dirty="0"/>
              <a:t>Modifying the software to improve functionality, add new features, or enhance the user experience.</a:t>
            </a:r>
          </a:p>
          <a:p>
            <a:pPr marL="460375" lvl="1" indent="0">
              <a:buNone/>
              <a:tabLst>
                <a:tab pos="801688" algn="l"/>
              </a:tabLst>
            </a:pPr>
            <a:endParaRPr lang="en-US" altLang="en-US" dirty="0"/>
          </a:p>
          <a:p>
            <a:pPr marL="228600" lvl="1" indent="0">
              <a:buNone/>
              <a:tabLst>
                <a:tab pos="460375" algn="l"/>
                <a:tab pos="801688" algn="l"/>
              </a:tabLst>
            </a:pPr>
            <a:r>
              <a:rPr lang="en-US" altLang="en-US" dirty="0">
                <a:solidFill>
                  <a:srgbClr val="0000FF"/>
                </a:solidFill>
              </a:rPr>
              <a:t>c)	Migration: </a:t>
            </a:r>
          </a:p>
          <a:p>
            <a:pPr marL="460375" lvl="1" indent="0">
              <a:buNone/>
              <a:tabLst>
                <a:tab pos="801688" algn="l"/>
              </a:tabLst>
            </a:pPr>
            <a:r>
              <a:rPr lang="en-US" altLang="en-US" dirty="0"/>
              <a:t>Transferring the software to a new platform, framework, or hardware environment.</a:t>
            </a:r>
          </a:p>
          <a:p>
            <a:pPr marL="460375" lvl="1" indent="0">
              <a:buNone/>
              <a:tabLst>
                <a:tab pos="801688" algn="l"/>
              </a:tabLst>
            </a:pPr>
            <a:endParaRPr lang="en-US" altLang="en-US" dirty="0"/>
          </a:p>
          <a:p>
            <a:pPr marL="228600" lvl="1" indent="0">
              <a:buNone/>
              <a:tabLst>
                <a:tab pos="460375" algn="l"/>
                <a:tab pos="801688" algn="l"/>
              </a:tabLst>
            </a:pPr>
            <a:r>
              <a:rPr lang="en-US" altLang="en-US" dirty="0">
                <a:solidFill>
                  <a:srgbClr val="0000FF"/>
                </a:solidFill>
              </a:rPr>
              <a:t>d)	Configuration Management:</a:t>
            </a:r>
          </a:p>
          <a:p>
            <a:pPr marL="460375" lvl="1" indent="0">
              <a:buNone/>
              <a:tabLst>
                <a:tab pos="801688" algn="l"/>
              </a:tabLst>
            </a:pPr>
            <a:r>
              <a:rPr lang="en-US" altLang="en-US" dirty="0"/>
              <a:t>Ensuring that the software's configuration is properly maintained and updated.</a:t>
            </a:r>
          </a:p>
          <a:p>
            <a:pPr marL="460375" lvl="1" indent="0">
              <a:buNone/>
              <a:tabLst>
                <a:tab pos="801688" algn="l"/>
              </a:tabLst>
            </a:pPr>
            <a:endParaRPr lang="en-US" altLang="en-US" dirty="0"/>
          </a:p>
          <a:p>
            <a:pPr marL="228600" lvl="1" indent="0">
              <a:buNone/>
              <a:tabLst>
                <a:tab pos="460375" algn="l"/>
                <a:tab pos="801688" algn="l"/>
              </a:tabLst>
            </a:pPr>
            <a:r>
              <a:rPr lang="en-US" altLang="en-US" dirty="0">
                <a:solidFill>
                  <a:srgbClr val="0000FF"/>
                </a:solidFill>
              </a:rPr>
              <a:t>e)	Performance Tuning: </a:t>
            </a:r>
          </a:p>
          <a:p>
            <a:pPr marL="460375" lvl="1" indent="0">
              <a:buNone/>
              <a:tabLst>
                <a:tab pos="801688" algn="l"/>
              </a:tabLst>
            </a:pPr>
            <a:r>
              <a:rPr lang="en-US" altLang="en-US" dirty="0"/>
              <a:t>Optimizing the system’s efficiency to handle increasing workloads or improve response times.</a:t>
            </a:r>
          </a:p>
        </p:txBody>
      </p:sp>
      <p:sp>
        <p:nvSpPr>
          <p:cNvPr id="1033218" name="Rectangle 2">
            <a:extLst>
              <a:ext uri="{FF2B5EF4-FFF2-40B4-BE49-F238E27FC236}">
                <a16:creationId xmlns:a16="http://schemas.microsoft.com/office/drawing/2014/main" id="{51F90E43-E681-C983-8D93-272C1EDCD4F0}"/>
              </a:ext>
            </a:extLst>
          </p:cNvPr>
          <p:cNvSpPr>
            <a:spLocks noGrp="1" noChangeArrowheads="1"/>
          </p:cNvSpPr>
          <p:nvPr>
            <p:ph type="title"/>
          </p:nvPr>
        </p:nvSpPr>
        <p:spPr>
          <a:xfrm>
            <a:off x="716550" y="376356"/>
            <a:ext cx="7710900" cy="572700"/>
          </a:xfrm>
        </p:spPr>
        <p:txBody>
          <a:bodyPr/>
          <a:lstStyle/>
          <a:p>
            <a:pPr marL="457200" indent="-457200">
              <a:tabLst>
                <a:tab pos="457200" algn="l"/>
              </a:tabLst>
            </a:pPr>
            <a:r>
              <a:rPr lang="en-US" altLang="en-US" dirty="0">
                <a:solidFill>
                  <a:schemeClr val="hlink"/>
                </a:solidFill>
              </a:rPr>
              <a:t>B)	Activity-based Classification of Software Maintenance</a:t>
            </a:r>
          </a:p>
        </p:txBody>
      </p:sp>
    </p:spTree>
    <p:extLst>
      <p:ext uri="{BB962C8B-B14F-4D97-AF65-F5344CB8AC3E}">
        <p14:creationId xmlns:p14="http://schemas.microsoft.com/office/powerpoint/2010/main" val="3196317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7" name="Rectangle 3">
            <a:extLst>
              <a:ext uri="{FF2B5EF4-FFF2-40B4-BE49-F238E27FC236}">
                <a16:creationId xmlns:a16="http://schemas.microsoft.com/office/drawing/2014/main" id="{EDBEF516-344B-ACBB-E1BA-5B9D8145E7BA}"/>
              </a:ext>
            </a:extLst>
          </p:cNvPr>
          <p:cNvSpPr>
            <a:spLocks noGrp="1" noChangeArrowheads="1"/>
          </p:cNvSpPr>
          <p:nvPr>
            <p:ph type="body" idx="1"/>
          </p:nvPr>
        </p:nvSpPr>
        <p:spPr>
          <a:xfrm>
            <a:off x="347329" y="743880"/>
            <a:ext cx="8697434" cy="572700"/>
          </a:xfrm>
        </p:spPr>
        <p:txBody>
          <a:bodyPr/>
          <a:lstStyle/>
          <a:p>
            <a:pPr marL="227013" indent="-227013">
              <a:lnSpc>
                <a:spcPts val="1800"/>
              </a:lnSpc>
              <a:spcAft>
                <a:spcPts val="1200"/>
              </a:spcAft>
              <a:buFont typeface="Arial" panose="020B0604020202020204" pitchFamily="34" charset="0"/>
              <a:buChar char="•"/>
            </a:pPr>
            <a:r>
              <a:rPr lang="en-US" sz="1400" dirty="0"/>
              <a:t>Organizes maintenance activities based on the </a:t>
            </a:r>
            <a:r>
              <a:rPr lang="en-US" sz="1400" b="1" dirty="0"/>
              <a:t>evidence </a:t>
            </a:r>
            <a:r>
              <a:rPr lang="en-US" sz="1400" dirty="0"/>
              <a:t>or</a:t>
            </a:r>
            <a:r>
              <a:rPr lang="en-US" sz="1400" b="1" dirty="0"/>
              <a:t> data</a:t>
            </a:r>
            <a:r>
              <a:rPr lang="en-US" sz="1400" dirty="0"/>
              <a:t> that triggers the maintenance task (</a:t>
            </a:r>
            <a:r>
              <a:rPr lang="en-US" sz="1400" b="1" dirty="0"/>
              <a:t>What </a:t>
            </a:r>
            <a:r>
              <a:rPr lang="en-US" sz="1400" dirty="0"/>
              <a:t>is driving the need for maintenance?). e.g., error logs, user feedback, system performance.  </a:t>
            </a:r>
          </a:p>
          <a:p>
            <a:pPr marL="227013" indent="-227013">
              <a:spcAft>
                <a:spcPts val="1200"/>
              </a:spcAft>
              <a:buFont typeface="Arial" panose="020B0604020202020204" pitchFamily="34" charset="0"/>
              <a:buChar char="•"/>
            </a:pPr>
            <a:r>
              <a:rPr lang="en-US" sz="1400" dirty="0"/>
              <a:t>Highlights the issues or areas needing improvement, helping prioritize maintenance tasks based on actual, observed problems or potential improvements.</a:t>
            </a:r>
          </a:p>
          <a:p>
            <a:pPr marL="227013" indent="-227013">
              <a:buFont typeface="Arial" panose="020B0604020202020204" pitchFamily="34" charset="0"/>
              <a:buChar char="•"/>
            </a:pPr>
            <a:r>
              <a:rPr lang="en-US" sz="1400" b="1" dirty="0"/>
              <a:t>12</a:t>
            </a:r>
            <a:r>
              <a:rPr lang="en-US" sz="1400" dirty="0"/>
              <a:t> types of maintenance activities are grouped </a:t>
            </a:r>
          </a:p>
          <a:p>
            <a:pPr marL="0" indent="0">
              <a:buNone/>
              <a:tabLst>
                <a:tab pos="228600" algn="l"/>
              </a:tabLst>
            </a:pPr>
            <a:r>
              <a:rPr lang="en-US" sz="1400" dirty="0"/>
              <a:t>	into 4 clusters based on modifications to the </a:t>
            </a:r>
          </a:p>
          <a:p>
            <a:pPr marL="0" indent="0">
              <a:spcAft>
                <a:spcPts val="600"/>
              </a:spcAft>
              <a:buNone/>
              <a:tabLst>
                <a:tab pos="228600" algn="l"/>
              </a:tabLst>
            </a:pPr>
            <a:r>
              <a:rPr lang="en-US" sz="1400" dirty="0"/>
              <a:t>	following entities:</a:t>
            </a:r>
          </a:p>
          <a:p>
            <a:pPr marL="685800" lvl="1" indent="-228600">
              <a:spcAft>
                <a:spcPts val="600"/>
              </a:spcAft>
              <a:buFont typeface="+mj-lt"/>
              <a:buAutoNum type="alphaLcParenR"/>
            </a:pPr>
            <a:r>
              <a:rPr lang="en-US" dirty="0"/>
              <a:t>Whole software</a:t>
            </a:r>
          </a:p>
          <a:p>
            <a:pPr marL="685800" lvl="1" indent="-228600">
              <a:spcAft>
                <a:spcPts val="600"/>
              </a:spcAft>
              <a:buFont typeface="+mj-lt"/>
              <a:buAutoNum type="alphaLcParenR"/>
            </a:pPr>
            <a:r>
              <a:rPr lang="en-US" dirty="0"/>
              <a:t>External documentation</a:t>
            </a:r>
          </a:p>
          <a:p>
            <a:pPr marL="685800" lvl="1" indent="-228600">
              <a:spcAft>
                <a:spcPts val="600"/>
              </a:spcAft>
              <a:buFont typeface="+mj-lt"/>
              <a:buAutoNum type="alphaLcParenR"/>
            </a:pPr>
            <a:r>
              <a:rPr lang="en-US" dirty="0"/>
              <a:t>Program code properties</a:t>
            </a:r>
          </a:p>
          <a:p>
            <a:pPr marL="685800" lvl="1" indent="-228600">
              <a:spcAft>
                <a:spcPts val="1200"/>
              </a:spcAft>
              <a:buFont typeface="+mj-lt"/>
              <a:buAutoNum type="alphaLcParenR"/>
            </a:pPr>
            <a:r>
              <a:rPr lang="en-US" dirty="0"/>
              <a:t>System functionality (as experienced by the customer)</a:t>
            </a:r>
          </a:p>
          <a:p>
            <a:pPr marL="227013" indent="-227013">
              <a:buFont typeface="Arial" panose="020B0604020202020204" pitchFamily="34" charset="0"/>
              <a:buChar char="•"/>
            </a:pPr>
            <a:r>
              <a:rPr lang="en-US" sz="1400" b="1" dirty="0"/>
              <a:t>Evidence of changes </a:t>
            </a:r>
            <a:r>
              <a:rPr lang="en-US" altLang="en-US" sz="1400" dirty="0"/>
              <a:t>to those entities</a:t>
            </a:r>
            <a:r>
              <a:rPr lang="en-US" sz="1400" dirty="0"/>
              <a:t> is </a:t>
            </a:r>
          </a:p>
          <a:p>
            <a:pPr marL="227013" lvl="1" indent="0">
              <a:buNone/>
            </a:pPr>
            <a:r>
              <a:rPr lang="en-US" sz="1400" dirty="0"/>
              <a:t>gathered by comparing relevant portions of </a:t>
            </a:r>
          </a:p>
          <a:p>
            <a:pPr marL="227013" lvl="1" indent="0">
              <a:buNone/>
            </a:pPr>
            <a:r>
              <a:rPr lang="en-US" sz="1400" dirty="0"/>
              <a:t>the software before and after the activity.</a:t>
            </a:r>
            <a:endParaRPr lang="en-US" altLang="en-US" sz="1400" dirty="0"/>
          </a:p>
        </p:txBody>
      </p:sp>
      <p:sp>
        <p:nvSpPr>
          <p:cNvPr id="1035266" name="Rectangle 2">
            <a:extLst>
              <a:ext uri="{FF2B5EF4-FFF2-40B4-BE49-F238E27FC236}">
                <a16:creationId xmlns:a16="http://schemas.microsoft.com/office/drawing/2014/main" id="{9DB2E992-BF32-B4FF-AF60-E72315062649}"/>
              </a:ext>
            </a:extLst>
          </p:cNvPr>
          <p:cNvSpPr>
            <a:spLocks noGrp="1" noChangeArrowheads="1"/>
          </p:cNvSpPr>
          <p:nvPr>
            <p:ph type="title"/>
          </p:nvPr>
        </p:nvSpPr>
        <p:spPr>
          <a:xfrm>
            <a:off x="241005" y="145726"/>
            <a:ext cx="8902995" cy="572700"/>
          </a:xfrm>
        </p:spPr>
        <p:txBody>
          <a:bodyPr/>
          <a:lstStyle/>
          <a:p>
            <a:pPr marL="457200" indent="-457200">
              <a:tabLst>
                <a:tab pos="457200" algn="l"/>
              </a:tabLst>
            </a:pPr>
            <a:r>
              <a:rPr lang="en-US" altLang="en-US" sz="2200" dirty="0">
                <a:solidFill>
                  <a:schemeClr val="hlink"/>
                </a:solidFill>
              </a:rPr>
              <a:t>C)	Evidence-based Classification of Software Maintenance</a:t>
            </a:r>
          </a:p>
        </p:txBody>
      </p:sp>
      <p:sp>
        <p:nvSpPr>
          <p:cNvPr id="1035270" name="Text Box 6">
            <a:extLst>
              <a:ext uri="{FF2B5EF4-FFF2-40B4-BE49-F238E27FC236}">
                <a16:creationId xmlns:a16="http://schemas.microsoft.com/office/drawing/2014/main" id="{BFEB17A6-A254-1990-7459-B3A19E8EAB58}"/>
              </a:ext>
            </a:extLst>
          </p:cNvPr>
          <p:cNvSpPr txBox="1">
            <a:spLocks noChangeArrowheads="1"/>
          </p:cNvSpPr>
          <p:nvPr/>
        </p:nvSpPr>
        <p:spPr bwMode="auto">
          <a:xfrm>
            <a:off x="5061098" y="4846320"/>
            <a:ext cx="3870252" cy="215444"/>
          </a:xfrm>
          <a:prstGeom prst="rect">
            <a:avLst/>
          </a:prstGeom>
          <a:solidFill>
            <a:srgbClr val="F3F3F3"/>
          </a:solidFill>
          <a:ln>
            <a:noFill/>
          </a:ln>
          <a:effectLst/>
        </p:spPr>
        <p:txBody>
          <a:bodyPr wrap="square">
            <a:spAutoFit/>
          </a:bodyPr>
          <a:lstStyle/>
          <a:p>
            <a:pPr algn="ctr"/>
            <a:r>
              <a:rPr lang="en-US" altLang="en-US" sz="800" dirty="0">
                <a:solidFill>
                  <a:schemeClr val="bg1">
                    <a:lumMod val="25000"/>
                  </a:schemeClr>
                </a:solidFill>
              </a:rPr>
              <a:t>Figure 2.1 Groups or clusters and their types</a:t>
            </a:r>
          </a:p>
        </p:txBody>
      </p:sp>
      <p:pic>
        <p:nvPicPr>
          <p:cNvPr id="4" name="Picture 5">
            <a:extLst>
              <a:ext uri="{FF2B5EF4-FFF2-40B4-BE49-F238E27FC236}">
                <a16:creationId xmlns:a16="http://schemas.microsoft.com/office/drawing/2014/main" id="{92036868-3469-7E51-A8E5-BDBBA0517C50}"/>
              </a:ext>
            </a:extLst>
          </p:cNvPr>
          <p:cNvPicPr>
            <a:picLocks noGrp="1" noChangeAspect="1" noChangeArrowheads="1"/>
          </p:cNvPicPr>
          <p:nvPr>
            <p:ph type="pic" idx="4294967295"/>
          </p:nvPr>
        </p:nvPicPr>
        <p:blipFill rotWithShape="1">
          <a:blip r:embed="rId3">
            <a:extLst>
              <a:ext uri="{28A0092B-C50C-407E-A947-70E740481C1C}">
                <a14:useLocalDpi xmlns:a14="http://schemas.microsoft.com/office/drawing/2010/main" val="0"/>
              </a:ext>
            </a:extLst>
          </a:blip>
          <a:srcRect l="-6714" t="-1153" r="-4062" b="-2360"/>
          <a:stretch/>
        </p:blipFill>
        <p:spPr bwMode="auto">
          <a:xfrm>
            <a:off x="5061098" y="1914814"/>
            <a:ext cx="3870252" cy="2931506"/>
          </a:xfrm>
          <a:prstGeom prst="rect">
            <a:avLst/>
          </a:prstGeom>
          <a:noFill/>
          <a:ln w="12700">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8125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7555" name="Rectangle 3">
            <a:extLst>
              <a:ext uri="{FF2B5EF4-FFF2-40B4-BE49-F238E27FC236}">
                <a16:creationId xmlns:a16="http://schemas.microsoft.com/office/drawing/2014/main" id="{7E70BE1E-7B57-2834-8B8D-E2D407C462A4}"/>
              </a:ext>
            </a:extLst>
          </p:cNvPr>
          <p:cNvSpPr>
            <a:spLocks noGrp="1" noChangeArrowheads="1"/>
          </p:cNvSpPr>
          <p:nvPr>
            <p:ph type="body" idx="1"/>
          </p:nvPr>
        </p:nvSpPr>
        <p:spPr>
          <a:xfrm>
            <a:off x="1318437" y="1271716"/>
            <a:ext cx="7112463" cy="399000"/>
          </a:xfrm>
          <a:noFill/>
        </p:spPr>
        <p:txBody>
          <a:bodyPr/>
          <a:lstStyle/>
          <a:p>
            <a:pPr marL="0" indent="0">
              <a:spcBef>
                <a:spcPts val="600"/>
              </a:spcBef>
              <a:spcAft>
                <a:spcPts val="600"/>
              </a:spcAft>
              <a:buClr>
                <a:srgbClr val="0000FF"/>
              </a:buClr>
              <a:buNone/>
              <a:tabLst>
                <a:tab pos="227013" algn="l"/>
              </a:tabLst>
            </a:pPr>
            <a:r>
              <a:rPr lang="en-US" altLang="en-US" sz="1400" dirty="0">
                <a:solidFill>
                  <a:srgbClr val="0000FF"/>
                </a:solidFill>
              </a:rPr>
              <a:t>1.	Training:</a:t>
            </a:r>
            <a:r>
              <a:rPr lang="en-US" altLang="en-US" sz="1400" dirty="0"/>
              <a:t> </a:t>
            </a:r>
          </a:p>
          <a:p>
            <a:pPr marL="460375" lvl="1" indent="-233363">
              <a:buFont typeface="Courier New" panose="02070309020205020404" pitchFamily="49" charset="0"/>
              <a:buChar char="o"/>
            </a:pPr>
            <a:r>
              <a:rPr lang="en-US" dirty="0"/>
              <a:t>Train stakeholders on system implementation.</a:t>
            </a:r>
            <a:endParaRPr lang="en-US" altLang="en-US" sz="1400" dirty="0"/>
          </a:p>
          <a:p>
            <a:pPr marL="0" indent="0">
              <a:spcBef>
                <a:spcPts val="1200"/>
              </a:spcBef>
              <a:spcAft>
                <a:spcPts val="600"/>
              </a:spcAft>
              <a:buClr>
                <a:srgbClr val="0000FF"/>
              </a:buClr>
              <a:buNone/>
              <a:tabLst>
                <a:tab pos="227013" algn="l"/>
              </a:tabLst>
            </a:pPr>
            <a:r>
              <a:rPr lang="en-US" altLang="en-US" sz="1400" dirty="0">
                <a:solidFill>
                  <a:srgbClr val="0000FF"/>
                </a:solidFill>
              </a:rPr>
              <a:t>2.	Consultive:</a:t>
            </a:r>
          </a:p>
          <a:p>
            <a:pPr marL="460375" lvl="1" indent="-233363">
              <a:buFont typeface="Courier New" panose="02070309020205020404" pitchFamily="49" charset="0"/>
              <a:buChar char="o"/>
            </a:pPr>
            <a:r>
              <a:rPr lang="en-US" altLang="en-US" dirty="0"/>
              <a:t>Estimate costs and time for maintenance work.</a:t>
            </a:r>
          </a:p>
          <a:p>
            <a:pPr marL="460375" lvl="1" indent="-233363">
              <a:buFont typeface="Courier New" panose="02070309020205020404" pitchFamily="49" charset="0"/>
              <a:buChar char="o"/>
            </a:pPr>
            <a:r>
              <a:rPr lang="en-US" altLang="en-US" dirty="0"/>
              <a:t>Manage help desk operations.</a:t>
            </a:r>
          </a:p>
          <a:p>
            <a:pPr marL="460375" lvl="1" indent="-233363">
              <a:buFont typeface="Courier New" panose="02070309020205020404" pitchFamily="49" charset="0"/>
              <a:buChar char="o"/>
            </a:pPr>
            <a:r>
              <a:rPr lang="en-US" altLang="en-US" dirty="0"/>
              <a:t>Assist customers in preparing maintenance work requests.</a:t>
            </a:r>
          </a:p>
          <a:p>
            <a:pPr marL="460375" lvl="1" indent="-233363">
              <a:buFont typeface="Courier New" panose="02070309020205020404" pitchFamily="49" charset="0"/>
              <a:buChar char="o"/>
            </a:pPr>
            <a:r>
              <a:rPr lang="en-US" altLang="en-US" dirty="0"/>
              <a:t>Share expert knowledge about the available resources and the system to others in the organization to improve efficiency.</a:t>
            </a:r>
            <a:endParaRPr lang="en-US" altLang="en-US" sz="1400" dirty="0"/>
          </a:p>
          <a:p>
            <a:pPr marL="0" indent="0">
              <a:spcBef>
                <a:spcPts val="1200"/>
              </a:spcBef>
              <a:spcAft>
                <a:spcPts val="600"/>
              </a:spcAft>
              <a:buClr>
                <a:srgbClr val="0000FF"/>
              </a:buClr>
              <a:buNone/>
              <a:tabLst>
                <a:tab pos="227013" algn="l"/>
              </a:tabLst>
            </a:pPr>
            <a:r>
              <a:rPr lang="en-US" altLang="en-US" sz="1400" dirty="0">
                <a:solidFill>
                  <a:srgbClr val="0000FF"/>
                </a:solidFill>
              </a:rPr>
              <a:t>3. Evaluative: </a:t>
            </a:r>
          </a:p>
          <a:p>
            <a:pPr marL="460375" lvl="1" indent="-233363">
              <a:buFont typeface="Courier New" panose="02070309020205020404" pitchFamily="49" charset="0"/>
              <a:buChar char="o"/>
            </a:pPr>
            <a:r>
              <a:rPr lang="en-US" altLang="en-US" dirty="0"/>
              <a:t>Review program code and documentation.</a:t>
            </a:r>
          </a:p>
          <a:p>
            <a:pPr marL="460375" lvl="1" indent="-233363">
              <a:buFont typeface="Courier New" panose="02070309020205020404" pitchFamily="49" charset="0"/>
              <a:buChar char="o"/>
            </a:pPr>
            <a:r>
              <a:rPr lang="en-US" altLang="en-US" dirty="0"/>
              <a:t>Examine ripple effects of proposed changes.</a:t>
            </a:r>
          </a:p>
          <a:p>
            <a:pPr marL="460375" lvl="1" indent="-233363">
              <a:buFont typeface="Courier New" panose="02070309020205020404" pitchFamily="49" charset="0"/>
              <a:buChar char="o"/>
            </a:pPr>
            <a:r>
              <a:rPr lang="en-US" altLang="en-US" dirty="0"/>
              <a:t>Design and execute tests.</a:t>
            </a:r>
          </a:p>
          <a:p>
            <a:pPr marL="460375" lvl="1" indent="-233363">
              <a:buFont typeface="Courier New" panose="02070309020205020404" pitchFamily="49" charset="0"/>
              <a:buChar char="o"/>
            </a:pPr>
            <a:r>
              <a:rPr lang="en-US" altLang="en-US" dirty="0"/>
              <a:t>Assess OS programming support.</a:t>
            </a:r>
          </a:p>
          <a:p>
            <a:pPr marL="460375" lvl="1" indent="-233363">
              <a:buFont typeface="Courier New" panose="02070309020205020404" pitchFamily="49" charset="0"/>
              <a:buChar char="o"/>
            </a:pPr>
            <a:r>
              <a:rPr lang="en-US" altLang="en-US" dirty="0"/>
              <a:t>Finding the required data and debugging.</a:t>
            </a:r>
          </a:p>
        </p:txBody>
      </p:sp>
      <p:sp>
        <p:nvSpPr>
          <p:cNvPr id="1047554" name="Rectangle 2">
            <a:extLst>
              <a:ext uri="{FF2B5EF4-FFF2-40B4-BE49-F238E27FC236}">
                <a16:creationId xmlns:a16="http://schemas.microsoft.com/office/drawing/2014/main" id="{35F93589-38C9-9D5C-6D10-315A6E506F0D}"/>
              </a:ext>
            </a:extLst>
          </p:cNvPr>
          <p:cNvSpPr>
            <a:spLocks noGrp="1" noChangeArrowheads="1"/>
          </p:cNvSpPr>
          <p:nvPr>
            <p:ph type="title"/>
          </p:nvPr>
        </p:nvSpPr>
        <p:spPr>
          <a:xfrm>
            <a:off x="720000" y="495955"/>
            <a:ext cx="7710900" cy="572700"/>
          </a:xfrm>
        </p:spPr>
        <p:txBody>
          <a:bodyPr/>
          <a:lstStyle/>
          <a:p>
            <a:pPr marL="571500" indent="-571500">
              <a:tabLst>
                <a:tab pos="571500" algn="l"/>
              </a:tabLst>
            </a:pPr>
            <a:r>
              <a:rPr lang="en-US" altLang="en-US" dirty="0">
                <a:solidFill>
                  <a:schemeClr val="hlink"/>
                </a:solidFill>
              </a:rPr>
              <a:t>C)	Evidence-based Classification of Software Maintenance - </a:t>
            </a:r>
            <a:r>
              <a:rPr lang="en-US" altLang="en-US" dirty="0">
                <a:solidFill>
                  <a:schemeClr val="accent1">
                    <a:lumMod val="50000"/>
                  </a:schemeClr>
                </a:solidFill>
              </a:rPr>
              <a:t>Support interface Cluster</a:t>
            </a:r>
          </a:p>
        </p:txBody>
      </p:sp>
    </p:spTree>
    <p:extLst>
      <p:ext uri="{BB962C8B-B14F-4D97-AF65-F5344CB8AC3E}">
        <p14:creationId xmlns:p14="http://schemas.microsoft.com/office/powerpoint/2010/main" val="3087560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39365" name="Rectangle 5">
            <a:extLst>
              <a:ext uri="{FF2B5EF4-FFF2-40B4-BE49-F238E27FC236}">
                <a16:creationId xmlns:a16="http://schemas.microsoft.com/office/drawing/2014/main" id="{2566C9F5-A7E4-489F-953F-BB9AB98F8DC9}"/>
              </a:ext>
            </a:extLst>
          </p:cNvPr>
          <p:cNvSpPr>
            <a:spLocks noGrp="1" noChangeArrowheads="1"/>
          </p:cNvSpPr>
          <p:nvPr>
            <p:ph type="body" idx="1"/>
          </p:nvPr>
        </p:nvSpPr>
        <p:spPr>
          <a:xfrm>
            <a:off x="1261730" y="1589870"/>
            <a:ext cx="7169170" cy="399000"/>
          </a:xfrm>
          <a:noFill/>
        </p:spPr>
        <p:txBody>
          <a:bodyPr/>
          <a:lstStyle/>
          <a:p>
            <a:pPr marL="0" indent="0">
              <a:spcBef>
                <a:spcPts val="600"/>
              </a:spcBef>
              <a:spcAft>
                <a:spcPts val="600"/>
              </a:spcAft>
              <a:buNone/>
              <a:tabLst>
                <a:tab pos="227013" algn="l"/>
              </a:tabLst>
            </a:pPr>
            <a:r>
              <a:rPr lang="en-US" altLang="en-US" sz="1400" dirty="0">
                <a:solidFill>
                  <a:srgbClr val="0000FF"/>
                </a:solidFill>
              </a:rPr>
              <a:t>4.	Reformative:</a:t>
            </a:r>
          </a:p>
          <a:p>
            <a:pPr marL="460375" lvl="1" indent="-227013"/>
            <a:r>
              <a:rPr lang="en-US" altLang="en-US" dirty="0"/>
              <a:t>Improve documentation readability.</a:t>
            </a:r>
          </a:p>
          <a:p>
            <a:pPr marL="460375" lvl="1" indent="-227013"/>
            <a:r>
              <a:rPr lang="en-US" altLang="en-US" dirty="0"/>
              <a:t>Ensure consistency with system changes.</a:t>
            </a:r>
          </a:p>
          <a:p>
            <a:pPr marL="460375" lvl="1" indent="-227013"/>
            <a:r>
              <a:rPr lang="en-US" altLang="en-US" dirty="0"/>
              <a:t>Prepare training materials.</a:t>
            </a:r>
          </a:p>
          <a:p>
            <a:pPr marL="460375" lvl="1" indent="-227013"/>
            <a:r>
              <a:rPr lang="en-US" altLang="en-US" dirty="0"/>
              <a:t>Add entries to the data dictionary.</a:t>
            </a:r>
          </a:p>
          <a:p>
            <a:pPr>
              <a:buFontTx/>
              <a:buNone/>
            </a:pPr>
            <a:endParaRPr lang="en-US" altLang="en-US" dirty="0"/>
          </a:p>
          <a:p>
            <a:pPr marL="0" indent="0">
              <a:spcBef>
                <a:spcPts val="600"/>
              </a:spcBef>
              <a:spcAft>
                <a:spcPts val="600"/>
              </a:spcAft>
              <a:buNone/>
              <a:tabLst>
                <a:tab pos="227013" algn="l"/>
              </a:tabLst>
            </a:pPr>
            <a:r>
              <a:rPr lang="en-US" altLang="en-US" sz="1400" dirty="0">
                <a:solidFill>
                  <a:srgbClr val="0000FF"/>
                </a:solidFill>
              </a:rPr>
              <a:t>5.	</a:t>
            </a:r>
            <a:r>
              <a:rPr lang="en-US" altLang="en-US" sz="1400" dirty="0" err="1">
                <a:solidFill>
                  <a:srgbClr val="0000FF"/>
                </a:solidFill>
              </a:rPr>
              <a:t>Updative</a:t>
            </a:r>
            <a:r>
              <a:rPr lang="en-US" altLang="en-US" sz="1400" dirty="0">
                <a:solidFill>
                  <a:srgbClr val="0000FF"/>
                </a:solidFill>
              </a:rPr>
              <a:t>: </a:t>
            </a:r>
          </a:p>
          <a:p>
            <a:pPr marL="460375" lvl="1" indent="-227013"/>
            <a:r>
              <a:rPr lang="en-US" altLang="en-US" dirty="0"/>
              <a:t>Replace outdated documentation with up-to-date versions.</a:t>
            </a:r>
          </a:p>
          <a:p>
            <a:pPr marL="460375" lvl="1" indent="-227013"/>
            <a:r>
              <a:rPr lang="en-US" altLang="en-US" dirty="0"/>
              <a:t>Use semi-formal methods (e.g., UML) to document current code.</a:t>
            </a:r>
          </a:p>
          <a:p>
            <a:pPr marL="460375" lvl="1" indent="-227013"/>
            <a:r>
              <a:rPr lang="en-US" altLang="en-US" dirty="0"/>
              <a:t>Update documentation with test plans.</a:t>
            </a:r>
          </a:p>
          <a:p>
            <a:endParaRPr lang="en-US" altLang="en-US" dirty="0"/>
          </a:p>
        </p:txBody>
      </p:sp>
      <p:sp>
        <p:nvSpPr>
          <p:cNvPr id="1039362" name="Rectangle 2">
            <a:extLst>
              <a:ext uri="{FF2B5EF4-FFF2-40B4-BE49-F238E27FC236}">
                <a16:creationId xmlns:a16="http://schemas.microsoft.com/office/drawing/2014/main" id="{D0E3CAD3-FCE8-6112-21A6-F8CD7742EFF5}"/>
              </a:ext>
            </a:extLst>
          </p:cNvPr>
          <p:cNvSpPr>
            <a:spLocks noGrp="1" noChangeArrowheads="1"/>
          </p:cNvSpPr>
          <p:nvPr>
            <p:ph type="title"/>
          </p:nvPr>
        </p:nvSpPr>
        <p:spPr/>
        <p:txBody>
          <a:bodyPr/>
          <a:lstStyle/>
          <a:p>
            <a:pPr marL="460375" indent="-460375">
              <a:tabLst>
                <a:tab pos="460375" algn="l"/>
              </a:tabLst>
            </a:pPr>
            <a:r>
              <a:rPr lang="en-US" altLang="en-US" dirty="0">
                <a:solidFill>
                  <a:schemeClr val="hlink"/>
                </a:solidFill>
              </a:rPr>
              <a:t>C)	Evidence-based Classification of Software Maintenance – </a:t>
            </a:r>
            <a:r>
              <a:rPr lang="en-US" altLang="en-US" dirty="0">
                <a:solidFill>
                  <a:schemeClr val="accent1">
                    <a:lumMod val="50000"/>
                  </a:schemeClr>
                </a:solidFill>
              </a:rPr>
              <a:t>Documentation Cluster</a:t>
            </a:r>
            <a:endParaRPr lang="en-US" altLang="en-US" dirty="0">
              <a:solidFill>
                <a:schemeClr val="hlink"/>
              </a:solidFill>
            </a:endParaRPr>
          </a:p>
        </p:txBody>
      </p:sp>
    </p:spTree>
    <p:extLst>
      <p:ext uri="{BB962C8B-B14F-4D97-AF65-F5344CB8AC3E}">
        <p14:creationId xmlns:p14="http://schemas.microsoft.com/office/powerpoint/2010/main" val="1790207185"/>
      </p:ext>
    </p:extLst>
  </p:cSld>
  <p:clrMapOvr>
    <a:overrideClrMapping bg1="lt1" tx1="dk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F4B5F-0114-887B-C0B7-48584931E59B}"/>
            </a:ext>
          </a:extLst>
        </p:cNvPr>
        <p:cNvGrpSpPr/>
        <p:nvPr/>
      </p:nvGrpSpPr>
      <p:grpSpPr>
        <a:xfrm>
          <a:off x="0" y="0"/>
          <a:ext cx="0" cy="0"/>
          <a:chOff x="0" y="0"/>
          <a:chExt cx="0" cy="0"/>
        </a:xfrm>
      </p:grpSpPr>
      <p:sp>
        <p:nvSpPr>
          <p:cNvPr id="1039362" name="Rectangle 2">
            <a:extLst>
              <a:ext uri="{FF2B5EF4-FFF2-40B4-BE49-F238E27FC236}">
                <a16:creationId xmlns:a16="http://schemas.microsoft.com/office/drawing/2014/main" id="{FBA98210-9D9C-5FB1-2882-C0F44D03FBF4}"/>
              </a:ext>
            </a:extLst>
          </p:cNvPr>
          <p:cNvSpPr>
            <a:spLocks noGrp="1" noChangeArrowheads="1"/>
          </p:cNvSpPr>
          <p:nvPr>
            <p:ph type="title"/>
          </p:nvPr>
        </p:nvSpPr>
        <p:spPr>
          <a:xfrm>
            <a:off x="701749" y="406296"/>
            <a:ext cx="7885803" cy="572700"/>
          </a:xfrm>
          <a:noFill/>
        </p:spPr>
        <p:txBody>
          <a:bodyPr/>
          <a:lstStyle/>
          <a:p>
            <a:pPr marL="687388" indent="-687388" algn="l"/>
            <a:r>
              <a:rPr lang="en-US" altLang="en-US" sz="2400" dirty="0">
                <a:solidFill>
                  <a:schemeClr val="hlink"/>
                </a:solidFill>
              </a:rPr>
              <a:t>C)	Evidence-based Classification of Software Maintenance – </a:t>
            </a:r>
            <a:r>
              <a:rPr lang="en-US" altLang="en-US" sz="2400" dirty="0">
                <a:solidFill>
                  <a:schemeClr val="accent1">
                    <a:lumMod val="50000"/>
                  </a:schemeClr>
                </a:solidFill>
              </a:rPr>
              <a:t>Software Properties Cluster</a:t>
            </a:r>
            <a:endParaRPr lang="en-US" altLang="en-US" sz="2400" dirty="0">
              <a:solidFill>
                <a:schemeClr val="hlink"/>
              </a:solidFill>
            </a:endParaRPr>
          </a:p>
        </p:txBody>
      </p:sp>
      <p:sp>
        <p:nvSpPr>
          <p:cNvPr id="1039365" name="Rectangle 5">
            <a:extLst>
              <a:ext uri="{FF2B5EF4-FFF2-40B4-BE49-F238E27FC236}">
                <a16:creationId xmlns:a16="http://schemas.microsoft.com/office/drawing/2014/main" id="{2C946449-0B99-609B-926F-D8EB5424ADD9}"/>
              </a:ext>
            </a:extLst>
          </p:cNvPr>
          <p:cNvSpPr>
            <a:spLocks noGrp="1" noChangeArrowheads="1"/>
          </p:cNvSpPr>
          <p:nvPr>
            <p:ph type="body" idx="4294967295"/>
          </p:nvPr>
        </p:nvSpPr>
        <p:spPr>
          <a:xfrm>
            <a:off x="1460205" y="1144476"/>
            <a:ext cx="7683795" cy="400050"/>
          </a:xfrm>
          <a:noFill/>
        </p:spPr>
        <p:txBody>
          <a:bodyPr/>
          <a:lstStyle/>
          <a:p>
            <a:pPr marL="0" indent="0">
              <a:spcBef>
                <a:spcPts val="600"/>
              </a:spcBef>
              <a:spcAft>
                <a:spcPts val="600"/>
              </a:spcAft>
              <a:buNone/>
              <a:tabLst>
                <a:tab pos="227013" algn="l"/>
              </a:tabLst>
            </a:pPr>
            <a:r>
              <a:rPr lang="en-US" altLang="en-US" sz="1400" dirty="0">
                <a:solidFill>
                  <a:srgbClr val="0000FF"/>
                </a:solidFill>
              </a:rPr>
              <a:t>6. 	</a:t>
            </a:r>
            <a:r>
              <a:rPr lang="en-US" altLang="en-US" sz="1400" dirty="0" err="1">
                <a:solidFill>
                  <a:srgbClr val="0000FF"/>
                </a:solidFill>
              </a:rPr>
              <a:t>Groomative</a:t>
            </a:r>
            <a:r>
              <a:rPr lang="en-US" altLang="en-US" sz="1400" dirty="0">
                <a:solidFill>
                  <a:srgbClr val="0000FF"/>
                </a:solidFill>
              </a:rPr>
              <a:t>: </a:t>
            </a:r>
          </a:p>
          <a:p>
            <a:pPr marL="460375" lvl="1" indent="-227013"/>
            <a:r>
              <a:rPr lang="en-US" altLang="en-US" dirty="0"/>
              <a:t>Replace components and algorithms with more efficient, simpler ones.</a:t>
            </a:r>
          </a:p>
          <a:p>
            <a:pPr marL="460375" lvl="1" indent="-227013"/>
            <a:r>
              <a:rPr lang="en-US" altLang="en-US" dirty="0"/>
              <a:t>Modify data naming conventions.</a:t>
            </a:r>
          </a:p>
          <a:p>
            <a:pPr marL="460375" lvl="1" indent="-227013"/>
            <a:r>
              <a:rPr lang="en-US" altLang="en-US" dirty="0"/>
              <a:t>Change access authorizations.</a:t>
            </a:r>
          </a:p>
          <a:p>
            <a:pPr marL="460375" lvl="1" indent="-227013"/>
            <a:r>
              <a:rPr lang="en-US" altLang="en-US" dirty="0"/>
              <a:t>Compile source code and perform backups</a:t>
            </a:r>
          </a:p>
          <a:p>
            <a:pPr marL="0" indent="0">
              <a:spcBef>
                <a:spcPts val="1200"/>
              </a:spcBef>
              <a:spcAft>
                <a:spcPts val="600"/>
              </a:spcAft>
              <a:buNone/>
              <a:tabLst>
                <a:tab pos="227013" algn="l"/>
              </a:tabLst>
            </a:pPr>
            <a:r>
              <a:rPr lang="en-US" altLang="en-US" sz="1400" dirty="0">
                <a:solidFill>
                  <a:srgbClr val="0000FF"/>
                </a:solidFill>
              </a:rPr>
              <a:t>7.	Preventive: </a:t>
            </a:r>
          </a:p>
          <a:p>
            <a:pPr marL="460375" lvl="1" indent="-227013"/>
            <a:r>
              <a:rPr lang="en-US" altLang="en-US" dirty="0"/>
              <a:t>Perform changes to enhance maintainability.</a:t>
            </a:r>
          </a:p>
          <a:p>
            <a:pPr marL="460375" lvl="1" indent="-227013"/>
            <a:r>
              <a:rPr lang="en-US" altLang="en-US" dirty="0"/>
              <a:t>Establish a foundation for transitioning to emerging technologies. </a:t>
            </a:r>
            <a:endParaRPr lang="en-US" altLang="en-US" dirty="0">
              <a:solidFill>
                <a:srgbClr val="0000FF"/>
              </a:solidFill>
            </a:endParaRPr>
          </a:p>
          <a:p>
            <a:pPr marL="0" indent="0">
              <a:spcBef>
                <a:spcPts val="1200"/>
              </a:spcBef>
              <a:spcAft>
                <a:spcPts val="600"/>
              </a:spcAft>
              <a:buNone/>
              <a:tabLst>
                <a:tab pos="227013" algn="l"/>
              </a:tabLst>
            </a:pPr>
            <a:r>
              <a:rPr lang="en-US" altLang="en-US" sz="1400" dirty="0">
                <a:solidFill>
                  <a:srgbClr val="0000FF"/>
                </a:solidFill>
              </a:rPr>
              <a:t>8.	Performance: </a:t>
            </a:r>
          </a:p>
          <a:p>
            <a:pPr marL="460375" lvl="1" indent="-227013"/>
            <a:r>
              <a:rPr lang="en-US" altLang="en-US" dirty="0"/>
              <a:t>Activities in performance type produce results that impact the user.</a:t>
            </a:r>
          </a:p>
          <a:p>
            <a:pPr marL="460375" lvl="1" indent="-227013"/>
            <a:r>
              <a:rPr lang="en-US" altLang="en-US" dirty="0"/>
              <a:t>Improve system uptime and performance.</a:t>
            </a:r>
          </a:p>
          <a:p>
            <a:pPr marL="460375" lvl="1" indent="-227013"/>
            <a:r>
              <a:rPr lang="en-US" altLang="en-US" dirty="0"/>
              <a:t>Replace components and algorithms with faster alternatives.</a:t>
            </a:r>
          </a:p>
          <a:p>
            <a:pPr marL="0" indent="0">
              <a:spcBef>
                <a:spcPts val="1200"/>
              </a:spcBef>
              <a:spcAft>
                <a:spcPts val="600"/>
              </a:spcAft>
              <a:buNone/>
              <a:tabLst>
                <a:tab pos="227013" algn="l"/>
              </a:tabLst>
            </a:pPr>
            <a:r>
              <a:rPr lang="en-US" altLang="en-US" sz="1400" dirty="0">
                <a:solidFill>
                  <a:srgbClr val="0000FF"/>
                </a:solidFill>
              </a:rPr>
              <a:t>9.	Adaptive: </a:t>
            </a:r>
          </a:p>
          <a:p>
            <a:pPr marL="460375" lvl="1" indent="-227013">
              <a:tabLst>
                <a:tab pos="227013" algn="l"/>
              </a:tabLst>
            </a:pPr>
            <a:r>
              <a:rPr lang="en-US" altLang="en-US" dirty="0"/>
              <a:t>Port software to different execution platforms.</a:t>
            </a:r>
          </a:p>
          <a:p>
            <a:pPr marL="460375" lvl="1" indent="-227013"/>
            <a:r>
              <a:rPr lang="en-US" altLang="en-US" dirty="0"/>
              <a:t>Increase utilization of COTS (Commercial Off-The-Shelf) components.</a:t>
            </a:r>
          </a:p>
          <a:p>
            <a:pPr marL="460375" lvl="1" indent="-227013"/>
            <a:endParaRPr lang="en-US" altLang="en-US" dirty="0"/>
          </a:p>
          <a:p>
            <a:pPr marL="0" indent="0">
              <a:spcBef>
                <a:spcPts val="600"/>
              </a:spcBef>
              <a:spcAft>
                <a:spcPts val="600"/>
              </a:spcAft>
              <a:buNone/>
              <a:tabLst>
                <a:tab pos="227013" algn="l"/>
              </a:tabLst>
            </a:pPr>
            <a:r>
              <a:rPr lang="en-US" altLang="en-US" dirty="0"/>
              <a:t>.</a:t>
            </a:r>
          </a:p>
        </p:txBody>
      </p:sp>
    </p:spTree>
    <p:extLst>
      <p:ext uri="{BB962C8B-B14F-4D97-AF65-F5344CB8AC3E}">
        <p14:creationId xmlns:p14="http://schemas.microsoft.com/office/powerpoint/2010/main" val="254297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F931E-010A-3894-6896-6AB3B005409D}"/>
            </a:ext>
          </a:extLst>
        </p:cNvPr>
        <p:cNvGrpSpPr/>
        <p:nvPr/>
      </p:nvGrpSpPr>
      <p:grpSpPr>
        <a:xfrm>
          <a:off x="0" y="0"/>
          <a:ext cx="0" cy="0"/>
          <a:chOff x="0" y="0"/>
          <a:chExt cx="0" cy="0"/>
        </a:xfrm>
      </p:grpSpPr>
      <p:sp>
        <p:nvSpPr>
          <p:cNvPr id="1039362" name="Rectangle 2">
            <a:extLst>
              <a:ext uri="{FF2B5EF4-FFF2-40B4-BE49-F238E27FC236}">
                <a16:creationId xmlns:a16="http://schemas.microsoft.com/office/drawing/2014/main" id="{7776BC67-BC00-0B14-14C4-9C2E35B54010}"/>
              </a:ext>
            </a:extLst>
          </p:cNvPr>
          <p:cNvSpPr>
            <a:spLocks noGrp="1" noChangeArrowheads="1"/>
          </p:cNvSpPr>
          <p:nvPr>
            <p:ph type="title"/>
          </p:nvPr>
        </p:nvSpPr>
        <p:spPr/>
        <p:txBody>
          <a:bodyPr/>
          <a:lstStyle/>
          <a:p>
            <a:pPr marL="460375" indent="-460375">
              <a:tabLst>
                <a:tab pos="460375" algn="l"/>
              </a:tabLst>
            </a:pPr>
            <a:r>
              <a:rPr lang="en-US" altLang="en-US" dirty="0">
                <a:solidFill>
                  <a:schemeClr val="hlink"/>
                </a:solidFill>
              </a:rPr>
              <a:t>C)	Evidence-based Classification of Software Maintenance – </a:t>
            </a:r>
            <a:r>
              <a:rPr lang="en-US" altLang="en-US" dirty="0">
                <a:solidFill>
                  <a:schemeClr val="accent1">
                    <a:lumMod val="50000"/>
                  </a:schemeClr>
                </a:solidFill>
              </a:rPr>
              <a:t>Business Rules Cluster</a:t>
            </a:r>
            <a:endParaRPr lang="en-US" altLang="en-US" dirty="0">
              <a:solidFill>
                <a:schemeClr val="hlink"/>
              </a:solidFill>
            </a:endParaRPr>
          </a:p>
        </p:txBody>
      </p:sp>
      <p:sp>
        <p:nvSpPr>
          <p:cNvPr id="4" name="Rectangle 3">
            <a:extLst>
              <a:ext uri="{FF2B5EF4-FFF2-40B4-BE49-F238E27FC236}">
                <a16:creationId xmlns:a16="http://schemas.microsoft.com/office/drawing/2014/main" id="{EA81E3B3-2C0C-9446-8279-3FE70EAB5FA7}"/>
              </a:ext>
            </a:extLst>
          </p:cNvPr>
          <p:cNvSpPr>
            <a:spLocks noGrp="1" noChangeArrowheads="1"/>
          </p:cNvSpPr>
          <p:nvPr>
            <p:ph type="body" idx="1"/>
          </p:nvPr>
        </p:nvSpPr>
        <p:spPr>
          <a:xfrm>
            <a:off x="1270660" y="1470930"/>
            <a:ext cx="7160239" cy="2649807"/>
          </a:xfrm>
          <a:noFill/>
        </p:spPr>
        <p:txBody>
          <a:bodyPr/>
          <a:lstStyle/>
          <a:p>
            <a:pPr marL="0" indent="0">
              <a:spcBef>
                <a:spcPts val="600"/>
              </a:spcBef>
              <a:spcAft>
                <a:spcPts val="600"/>
              </a:spcAft>
              <a:buNone/>
              <a:tabLst>
                <a:tab pos="344488" algn="l"/>
              </a:tabLst>
            </a:pPr>
            <a:r>
              <a:rPr lang="en-US" altLang="en-US" sz="1400" dirty="0">
                <a:solidFill>
                  <a:srgbClr val="0000FF"/>
                </a:solidFill>
              </a:rPr>
              <a:t>10.	Reductive: </a:t>
            </a:r>
          </a:p>
          <a:p>
            <a:pPr marL="460375" lvl="1" indent="-227013"/>
            <a:r>
              <a:rPr lang="en-US" altLang="en-US" dirty="0"/>
              <a:t>Remove customer-generated data to reduce input.</a:t>
            </a:r>
          </a:p>
          <a:p>
            <a:pPr marL="460375" lvl="1" indent="-227013"/>
            <a:r>
              <a:rPr lang="en-US" altLang="en-US" dirty="0"/>
              <a:t>Decrease the amount of data produced by the system.</a:t>
            </a:r>
          </a:p>
          <a:p>
            <a:endParaRPr lang="en-US" altLang="en-US" dirty="0"/>
          </a:p>
          <a:p>
            <a:pPr marL="0" indent="0">
              <a:spcBef>
                <a:spcPts val="600"/>
              </a:spcBef>
              <a:spcAft>
                <a:spcPts val="600"/>
              </a:spcAft>
              <a:buNone/>
              <a:tabLst>
                <a:tab pos="344488" algn="l"/>
              </a:tabLst>
            </a:pPr>
            <a:r>
              <a:rPr lang="en-US" altLang="en-US" sz="1400" dirty="0">
                <a:solidFill>
                  <a:srgbClr val="0000FF"/>
                </a:solidFill>
              </a:rPr>
              <a:t>11.	Corrective: </a:t>
            </a:r>
          </a:p>
          <a:p>
            <a:pPr marL="460375" lvl="1" indent="-227013"/>
            <a:r>
              <a:rPr lang="en-US" altLang="en-US" dirty="0"/>
              <a:t>Correct identified bugs.</a:t>
            </a:r>
          </a:p>
          <a:p>
            <a:pPr marL="460375" lvl="1" indent="-227013"/>
            <a:r>
              <a:rPr lang="en-US" altLang="en-US" dirty="0"/>
              <a:t>Add defensive programming strategies.</a:t>
            </a:r>
          </a:p>
          <a:p>
            <a:pPr marL="460375" lvl="1" indent="-227013"/>
            <a:r>
              <a:rPr lang="en-US" altLang="en-US" dirty="0"/>
              <a:t>Modify exception handling methods.</a:t>
            </a:r>
          </a:p>
          <a:p>
            <a:pPr>
              <a:buFontTx/>
              <a:buNone/>
            </a:pPr>
            <a:endParaRPr lang="en-US" altLang="en-US" dirty="0"/>
          </a:p>
          <a:p>
            <a:pPr marL="0" indent="0">
              <a:spcBef>
                <a:spcPts val="600"/>
              </a:spcBef>
              <a:spcAft>
                <a:spcPts val="600"/>
              </a:spcAft>
              <a:buNone/>
              <a:tabLst>
                <a:tab pos="344488" algn="l"/>
              </a:tabLst>
            </a:pPr>
            <a:r>
              <a:rPr lang="en-US" altLang="en-US" sz="1400" dirty="0">
                <a:solidFill>
                  <a:srgbClr val="0000FF"/>
                </a:solidFill>
              </a:rPr>
              <a:t>12.	Enhancive: </a:t>
            </a:r>
          </a:p>
          <a:p>
            <a:pPr marL="460375" lvl="1" indent="-227013"/>
            <a:r>
              <a:rPr lang="en-US" altLang="en-US" dirty="0"/>
              <a:t>Add and modify business rules to improve system functionality.</a:t>
            </a:r>
          </a:p>
          <a:p>
            <a:pPr marL="460375" lvl="1" indent="-227013"/>
            <a:r>
              <a:rPr lang="en-US" dirty="0"/>
              <a:t>Introduce new data flows into or out of the software.</a:t>
            </a:r>
            <a:endParaRPr lang="en-US" altLang="en-US" dirty="0"/>
          </a:p>
          <a:p>
            <a:pPr>
              <a:buFontTx/>
              <a:buNone/>
            </a:pPr>
            <a:endParaRPr lang="en-US" altLang="en-US" dirty="0"/>
          </a:p>
        </p:txBody>
      </p:sp>
    </p:spTree>
    <p:extLst>
      <p:ext uri="{BB962C8B-B14F-4D97-AF65-F5344CB8AC3E}">
        <p14:creationId xmlns:p14="http://schemas.microsoft.com/office/powerpoint/2010/main" val="2812587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1410" name="Rectangle 2">
            <a:extLst>
              <a:ext uri="{FF2B5EF4-FFF2-40B4-BE49-F238E27FC236}">
                <a16:creationId xmlns:a16="http://schemas.microsoft.com/office/drawing/2014/main" id="{64C37159-B434-4B3F-2EFB-73C78C6B1376}"/>
              </a:ext>
            </a:extLst>
          </p:cNvPr>
          <p:cNvSpPr>
            <a:spLocks noGrp="1" noChangeArrowheads="1"/>
          </p:cNvSpPr>
          <p:nvPr>
            <p:ph type="title"/>
          </p:nvPr>
        </p:nvSpPr>
        <p:spPr>
          <a:xfrm>
            <a:off x="439479" y="264909"/>
            <a:ext cx="7991271" cy="572700"/>
          </a:xfrm>
        </p:spPr>
        <p:txBody>
          <a:bodyPr/>
          <a:lstStyle/>
          <a:p>
            <a:pPr marL="463550" indent="-463550">
              <a:tabLst>
                <a:tab pos="463550" algn="l"/>
              </a:tabLst>
            </a:pPr>
            <a:r>
              <a:rPr lang="en-US" altLang="en-US" dirty="0">
                <a:solidFill>
                  <a:schemeClr val="hlink"/>
                </a:solidFill>
              </a:rPr>
              <a:t>c)	Evidence-based Classification of Software Maintenance</a:t>
            </a:r>
          </a:p>
        </p:txBody>
      </p:sp>
      <p:pic>
        <p:nvPicPr>
          <p:cNvPr id="1041414" name="Picture 6">
            <a:extLst>
              <a:ext uri="{FF2B5EF4-FFF2-40B4-BE49-F238E27FC236}">
                <a16:creationId xmlns:a16="http://schemas.microsoft.com/office/drawing/2014/main" id="{C4A12FD3-B229-F43D-690C-4BFFB97CE6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1355" t="24348" r="24792" b="19922"/>
          <a:stretch>
            <a:fillRect/>
          </a:stretch>
        </p:blipFill>
        <p:spPr bwMode="auto">
          <a:xfrm>
            <a:off x="5421286" y="1422797"/>
            <a:ext cx="3580210" cy="3177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1415" name="Rectangle 7">
            <a:extLst>
              <a:ext uri="{FF2B5EF4-FFF2-40B4-BE49-F238E27FC236}">
                <a16:creationId xmlns:a16="http://schemas.microsoft.com/office/drawing/2014/main" id="{DFCB8D36-058D-5A60-F50C-660ECB0E3B2F}"/>
              </a:ext>
            </a:extLst>
          </p:cNvPr>
          <p:cNvSpPr>
            <a:spLocks noChangeArrowheads="1"/>
          </p:cNvSpPr>
          <p:nvPr/>
        </p:nvSpPr>
        <p:spPr bwMode="auto">
          <a:xfrm>
            <a:off x="479483" y="1618959"/>
            <a:ext cx="4860587" cy="3063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lvl1pPr marL="285750" indent="-285750">
              <a:lnSpc>
                <a:spcPct val="90000"/>
              </a:lnSpc>
              <a:spcBef>
                <a:spcPct val="30000"/>
              </a:spcBef>
              <a:buSzPct val="75000"/>
              <a:buChar char="•"/>
              <a:defRPr sz="2400">
                <a:solidFill>
                  <a:srgbClr val="000000"/>
                </a:solidFill>
                <a:latin typeface="Times New Roman" panose="02020603050405020304" pitchFamily="18" charset="0"/>
              </a:defRPr>
            </a:lvl1pPr>
            <a:lvl2pPr marL="685800" indent="-228600">
              <a:lnSpc>
                <a:spcPct val="90000"/>
              </a:lnSpc>
              <a:spcBef>
                <a:spcPct val="30000"/>
              </a:spcBef>
              <a:buSzPct val="100000"/>
              <a:buChar char="–"/>
              <a:defRPr sz="2000">
                <a:solidFill>
                  <a:schemeClr val="bg1"/>
                </a:solidFill>
                <a:latin typeface="Times New Roman" panose="02020603050405020304" pitchFamily="18" charset="0"/>
              </a:defRPr>
            </a:lvl2pPr>
            <a:lvl3pPr marL="1143000" indent="-228600">
              <a:lnSpc>
                <a:spcPct val="90000"/>
              </a:lnSpc>
              <a:spcBef>
                <a:spcPct val="30000"/>
              </a:spcBef>
              <a:buSzPct val="100000"/>
              <a:buChar char="•"/>
              <a:defRPr sz="2000">
                <a:solidFill>
                  <a:srgbClr val="663300"/>
                </a:solidFill>
                <a:latin typeface="Times New Roman" panose="02020603050405020304" pitchFamily="18" charset="0"/>
              </a:defRPr>
            </a:lvl3pPr>
            <a:lvl4pPr marL="1543050" indent="-171450">
              <a:lnSpc>
                <a:spcPct val="90000"/>
              </a:lnSpc>
              <a:spcBef>
                <a:spcPct val="30000"/>
              </a:spcBef>
              <a:buSzPct val="100000"/>
              <a:buChar char="–"/>
              <a:defRPr>
                <a:solidFill>
                  <a:srgbClr val="000000"/>
                </a:solidFill>
                <a:latin typeface="Times New Roman" panose="02020603050405020304" pitchFamily="18" charset="0"/>
              </a:defRPr>
            </a:lvl4pPr>
            <a:lvl5pPr marL="2000250" indent="-171450">
              <a:lnSpc>
                <a:spcPct val="90000"/>
              </a:lnSpc>
              <a:spcBef>
                <a:spcPct val="30000"/>
              </a:spcBef>
              <a:buSzPct val="100000"/>
              <a:buFont typeface="Wingdings" panose="05000000000000000000" pitchFamily="2" charset="2"/>
              <a:buChar char="Ø"/>
              <a:defRPr>
                <a:solidFill>
                  <a:srgbClr val="000000"/>
                </a:solidFill>
                <a:latin typeface="Times New Roman" panose="02020603050405020304" pitchFamily="18" charset="0"/>
              </a:defRPr>
            </a:lvl5pPr>
            <a:lvl6pPr marL="2457450" indent="-171450" eaLnBrk="0" fontAlgn="base" hangingPunct="0">
              <a:lnSpc>
                <a:spcPct val="90000"/>
              </a:lnSpc>
              <a:spcBef>
                <a:spcPct val="30000"/>
              </a:spcBef>
              <a:spcAft>
                <a:spcPct val="0"/>
              </a:spcAft>
              <a:buSzPct val="100000"/>
              <a:buFont typeface="Wingdings" panose="05000000000000000000" pitchFamily="2" charset="2"/>
              <a:buChar char="Ø"/>
              <a:defRPr>
                <a:solidFill>
                  <a:srgbClr val="000000"/>
                </a:solidFill>
                <a:latin typeface="Times New Roman" panose="02020603050405020304" pitchFamily="18" charset="0"/>
              </a:defRPr>
            </a:lvl6pPr>
            <a:lvl7pPr marL="2914650" indent="-171450" eaLnBrk="0" fontAlgn="base" hangingPunct="0">
              <a:lnSpc>
                <a:spcPct val="90000"/>
              </a:lnSpc>
              <a:spcBef>
                <a:spcPct val="30000"/>
              </a:spcBef>
              <a:spcAft>
                <a:spcPct val="0"/>
              </a:spcAft>
              <a:buSzPct val="100000"/>
              <a:buFont typeface="Wingdings" panose="05000000000000000000" pitchFamily="2" charset="2"/>
              <a:buChar char="Ø"/>
              <a:defRPr>
                <a:solidFill>
                  <a:srgbClr val="000000"/>
                </a:solidFill>
                <a:latin typeface="Times New Roman" panose="02020603050405020304" pitchFamily="18" charset="0"/>
              </a:defRPr>
            </a:lvl7pPr>
            <a:lvl8pPr marL="3371850" indent="-171450" eaLnBrk="0" fontAlgn="base" hangingPunct="0">
              <a:lnSpc>
                <a:spcPct val="90000"/>
              </a:lnSpc>
              <a:spcBef>
                <a:spcPct val="30000"/>
              </a:spcBef>
              <a:spcAft>
                <a:spcPct val="0"/>
              </a:spcAft>
              <a:buSzPct val="100000"/>
              <a:buFont typeface="Wingdings" panose="05000000000000000000" pitchFamily="2" charset="2"/>
              <a:buChar char="Ø"/>
              <a:defRPr>
                <a:solidFill>
                  <a:srgbClr val="000000"/>
                </a:solidFill>
                <a:latin typeface="Times New Roman" panose="02020603050405020304" pitchFamily="18" charset="0"/>
              </a:defRPr>
            </a:lvl8pPr>
            <a:lvl9pPr marL="3829050" indent="-171450" eaLnBrk="0" fontAlgn="base" hangingPunct="0">
              <a:lnSpc>
                <a:spcPct val="90000"/>
              </a:lnSpc>
              <a:spcBef>
                <a:spcPct val="30000"/>
              </a:spcBef>
              <a:spcAft>
                <a:spcPct val="0"/>
              </a:spcAft>
              <a:buSzPct val="100000"/>
              <a:buFont typeface="Wingdings" panose="05000000000000000000" pitchFamily="2" charset="2"/>
              <a:buChar char="Ø"/>
              <a:defRPr>
                <a:solidFill>
                  <a:srgbClr val="000000"/>
                </a:solidFill>
                <a:latin typeface="Times New Roman" panose="02020603050405020304" pitchFamily="18" charset="0"/>
              </a:defRPr>
            </a:lvl9pPr>
          </a:lstStyle>
          <a:p>
            <a:pPr>
              <a:lnSpc>
                <a:spcPct val="100000"/>
              </a:lnSpc>
              <a:spcBef>
                <a:spcPts val="0"/>
              </a:spcBef>
              <a:spcAft>
                <a:spcPts val="600"/>
              </a:spcAft>
              <a:buFont typeface="Arial" panose="020B0604020202020204" pitchFamily="34" charset="0"/>
              <a:buChar char="•"/>
            </a:pPr>
            <a:r>
              <a:rPr lang="en-US" altLang="en-US" sz="1400" dirty="0">
                <a:solidFill>
                  <a:schemeClr val="dk1"/>
                </a:solidFill>
                <a:latin typeface="Open Sans"/>
                <a:ea typeface="Open Sans"/>
                <a:cs typeface="Open Sans"/>
                <a:sym typeface="Open Sans"/>
              </a:rPr>
              <a:t>The impacts of the different types of maintenance activities are summarized in Table 2.2.</a:t>
            </a:r>
          </a:p>
          <a:p>
            <a:pPr>
              <a:lnSpc>
                <a:spcPct val="100000"/>
              </a:lnSpc>
              <a:spcBef>
                <a:spcPts val="0"/>
              </a:spcBef>
              <a:spcAft>
                <a:spcPts val="600"/>
              </a:spcAft>
              <a:buFont typeface="Arial" panose="020B0604020202020204" pitchFamily="34" charset="0"/>
              <a:buChar char="•"/>
            </a:pPr>
            <a:endParaRPr lang="en-US" altLang="en-US" sz="1400" dirty="0">
              <a:solidFill>
                <a:schemeClr val="dk1"/>
              </a:solidFill>
              <a:latin typeface="Open Sans"/>
              <a:ea typeface="Open Sans"/>
              <a:cs typeface="Open Sans"/>
              <a:sym typeface="Open Sans"/>
            </a:endParaRPr>
          </a:p>
          <a:p>
            <a:pPr>
              <a:lnSpc>
                <a:spcPct val="100000"/>
              </a:lnSpc>
              <a:spcBef>
                <a:spcPts val="0"/>
              </a:spcBef>
              <a:spcAft>
                <a:spcPts val="600"/>
              </a:spcAft>
              <a:buFont typeface="Arial" panose="020B0604020202020204" pitchFamily="34" charset="0"/>
              <a:buChar char="•"/>
            </a:pPr>
            <a:r>
              <a:rPr lang="en-US" altLang="en-US" sz="1400" dirty="0">
                <a:solidFill>
                  <a:schemeClr val="dk1"/>
                </a:solidFill>
                <a:latin typeface="Open Sans"/>
                <a:ea typeface="Open Sans"/>
                <a:cs typeface="Open Sans"/>
                <a:sym typeface="Open Sans"/>
              </a:rPr>
              <a:t>The first dimension is the customer’s ability to perform its business function while continuing to use the system. This is arranged based on the # of diamonds (horizontal              ).</a:t>
            </a:r>
          </a:p>
          <a:p>
            <a:pPr>
              <a:lnSpc>
                <a:spcPct val="100000"/>
              </a:lnSpc>
              <a:spcBef>
                <a:spcPts val="0"/>
              </a:spcBef>
              <a:spcAft>
                <a:spcPts val="600"/>
              </a:spcAft>
              <a:buFont typeface="Arial" panose="020B0604020202020204" pitchFamily="34" charset="0"/>
              <a:buChar char="•"/>
            </a:pPr>
            <a:endParaRPr lang="en-US" altLang="en-US" sz="1400" dirty="0">
              <a:solidFill>
                <a:schemeClr val="dk1"/>
              </a:solidFill>
              <a:latin typeface="Open Sans"/>
              <a:ea typeface="Open Sans"/>
              <a:cs typeface="Open Sans"/>
              <a:sym typeface="Open Sans"/>
            </a:endParaRPr>
          </a:p>
          <a:p>
            <a:pPr>
              <a:lnSpc>
                <a:spcPct val="100000"/>
              </a:lnSpc>
              <a:spcBef>
                <a:spcPts val="0"/>
              </a:spcBef>
              <a:spcAft>
                <a:spcPts val="600"/>
              </a:spcAft>
              <a:buFont typeface="Arial" panose="020B0604020202020204" pitchFamily="34" charset="0"/>
              <a:buChar char="•"/>
            </a:pPr>
            <a:r>
              <a:rPr lang="en-US" altLang="en-US" sz="1400" dirty="0">
                <a:solidFill>
                  <a:schemeClr val="dk1"/>
                </a:solidFill>
                <a:latin typeface="Open Sans"/>
                <a:ea typeface="Open Sans"/>
                <a:cs typeface="Open Sans"/>
                <a:sym typeface="Open Sans"/>
              </a:rPr>
              <a:t>The second dimension is the software. This is arranged from top to bottom. (vertical      )</a:t>
            </a:r>
          </a:p>
        </p:txBody>
      </p:sp>
      <p:grpSp>
        <p:nvGrpSpPr>
          <p:cNvPr id="18" name="Group 17">
            <a:extLst>
              <a:ext uri="{FF2B5EF4-FFF2-40B4-BE49-F238E27FC236}">
                <a16:creationId xmlns:a16="http://schemas.microsoft.com/office/drawing/2014/main" id="{AAE3792A-34C3-A5D4-E2E4-E4309F3B3583}"/>
              </a:ext>
            </a:extLst>
          </p:cNvPr>
          <p:cNvGrpSpPr/>
          <p:nvPr/>
        </p:nvGrpSpPr>
        <p:grpSpPr>
          <a:xfrm>
            <a:off x="6471684" y="1590604"/>
            <a:ext cx="829341" cy="127589"/>
            <a:chOff x="6797748" y="1070344"/>
            <a:chExt cx="829341" cy="127589"/>
          </a:xfrm>
        </p:grpSpPr>
        <p:sp>
          <p:nvSpPr>
            <p:cNvPr id="17" name="Rectangle 16">
              <a:extLst>
                <a:ext uri="{FF2B5EF4-FFF2-40B4-BE49-F238E27FC236}">
                  <a16:creationId xmlns:a16="http://schemas.microsoft.com/office/drawing/2014/main" id="{83A081B9-741A-A367-BB56-8E26E65E1B7A}"/>
                </a:ext>
              </a:extLst>
            </p:cNvPr>
            <p:cNvSpPr/>
            <p:nvPr/>
          </p:nvSpPr>
          <p:spPr>
            <a:xfrm>
              <a:off x="6797748" y="1070344"/>
              <a:ext cx="829341" cy="12758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4" name="Straight Arrow Connector 3">
              <a:extLst>
                <a:ext uri="{FF2B5EF4-FFF2-40B4-BE49-F238E27FC236}">
                  <a16:creationId xmlns:a16="http://schemas.microsoft.com/office/drawing/2014/main" id="{E5C1D499-4A22-DEB3-6651-0CBA4EF928CB}"/>
                </a:ext>
              </a:extLst>
            </p:cNvPr>
            <p:cNvCxnSpPr>
              <a:cxnSpLocks/>
            </p:cNvCxnSpPr>
            <p:nvPr/>
          </p:nvCxnSpPr>
          <p:spPr>
            <a:xfrm>
              <a:off x="6797749" y="1148316"/>
              <a:ext cx="829340" cy="0"/>
            </a:xfrm>
            <a:prstGeom prst="straightConnector1">
              <a:avLst/>
            </a:prstGeom>
            <a:ln w="127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27E92A58-AD1F-16D4-540D-9F1A00545D01}"/>
              </a:ext>
            </a:extLst>
          </p:cNvPr>
          <p:cNvGrpSpPr/>
          <p:nvPr/>
        </p:nvGrpSpPr>
        <p:grpSpPr>
          <a:xfrm>
            <a:off x="5738640" y="1924405"/>
            <a:ext cx="198474" cy="2257735"/>
            <a:chOff x="5192835" y="1903183"/>
            <a:chExt cx="198474" cy="2452577"/>
          </a:xfrm>
        </p:grpSpPr>
        <p:sp>
          <p:nvSpPr>
            <p:cNvPr id="11" name="Rectangle 10">
              <a:extLst>
                <a:ext uri="{FF2B5EF4-FFF2-40B4-BE49-F238E27FC236}">
                  <a16:creationId xmlns:a16="http://schemas.microsoft.com/office/drawing/2014/main" id="{59239571-AB91-0C2D-8A00-CC1916CB54BE}"/>
                </a:ext>
              </a:extLst>
            </p:cNvPr>
            <p:cNvSpPr/>
            <p:nvPr/>
          </p:nvSpPr>
          <p:spPr>
            <a:xfrm>
              <a:off x="5192835" y="1903183"/>
              <a:ext cx="198474" cy="245257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7" name="Straight Arrow Connector 6">
              <a:extLst>
                <a:ext uri="{FF2B5EF4-FFF2-40B4-BE49-F238E27FC236}">
                  <a16:creationId xmlns:a16="http://schemas.microsoft.com/office/drawing/2014/main" id="{AAAE19A2-19C0-0B3E-2AEC-E3A7AFA27A82}"/>
                </a:ext>
              </a:extLst>
            </p:cNvPr>
            <p:cNvCxnSpPr>
              <a:cxnSpLocks/>
            </p:cNvCxnSpPr>
            <p:nvPr/>
          </p:nvCxnSpPr>
          <p:spPr>
            <a:xfrm>
              <a:off x="5292072" y="1924405"/>
              <a:ext cx="0" cy="2410134"/>
            </a:xfrm>
            <a:prstGeom prst="straightConnector1">
              <a:avLst/>
            </a:prstGeom>
            <a:ln w="12700">
              <a:solidFill>
                <a:srgbClr val="9933FF"/>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13" name="Straight Arrow Connector 12">
            <a:extLst>
              <a:ext uri="{FF2B5EF4-FFF2-40B4-BE49-F238E27FC236}">
                <a16:creationId xmlns:a16="http://schemas.microsoft.com/office/drawing/2014/main" id="{92175BBF-9910-C78A-05DA-12440DCCBCF9}"/>
              </a:ext>
            </a:extLst>
          </p:cNvPr>
          <p:cNvCxnSpPr>
            <a:cxnSpLocks/>
          </p:cNvCxnSpPr>
          <p:nvPr/>
        </p:nvCxnSpPr>
        <p:spPr>
          <a:xfrm>
            <a:off x="4130916" y="3857849"/>
            <a:ext cx="0" cy="304756"/>
          </a:xfrm>
          <a:prstGeom prst="straightConnector1">
            <a:avLst/>
          </a:prstGeom>
          <a:ln w="12700">
            <a:solidFill>
              <a:srgbClr val="9933FF"/>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74024B9-C27D-BA2E-FFA2-B7ACFFC9049A}"/>
              </a:ext>
            </a:extLst>
          </p:cNvPr>
          <p:cNvCxnSpPr>
            <a:cxnSpLocks/>
          </p:cNvCxnSpPr>
          <p:nvPr/>
        </p:nvCxnSpPr>
        <p:spPr>
          <a:xfrm>
            <a:off x="2686493" y="3172047"/>
            <a:ext cx="492642" cy="0"/>
          </a:xfrm>
          <a:prstGeom prst="straightConnector1">
            <a:avLst/>
          </a:prstGeom>
          <a:ln w="127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7449078"/>
      </p:ext>
    </p:extLst>
  </p:cSld>
  <p:clrMapOvr>
    <a:overrideClrMapping bg1="lt1" tx1="dk1" bg2="dk2" tx2="lt2" accent1="accent1" accent2="accent2" accent3="accent3" accent4="accent4" accent5="accent5" accent6="accent6" hlink="hlink" folHlink="folHlink"/>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059843" name="Picture 3">
            <a:extLst>
              <a:ext uri="{FF2B5EF4-FFF2-40B4-BE49-F238E27FC236}">
                <a16:creationId xmlns:a16="http://schemas.microsoft.com/office/drawing/2014/main" id="{315A0DB5-456F-651F-CDDA-256391D505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3152" y="1222217"/>
            <a:ext cx="3874241" cy="3430095"/>
          </a:xfrm>
          <a:prstGeom prst="rect">
            <a:avLst/>
          </a:prstGeom>
          <a:noFill/>
          <a:extLst>
            <a:ext uri="{909E8E84-426E-40DD-AFC4-6F175D3DCCD1}">
              <a14:hiddenFill xmlns:a14="http://schemas.microsoft.com/office/drawing/2010/main">
                <a:solidFill>
                  <a:srgbClr val="FFFFFF"/>
                </a:solidFill>
              </a14:hiddenFill>
            </a:ext>
          </a:extLst>
        </p:spPr>
      </p:pic>
      <p:sp>
        <p:nvSpPr>
          <p:cNvPr id="1059844" name="Rectangle 4">
            <a:extLst>
              <a:ext uri="{FF2B5EF4-FFF2-40B4-BE49-F238E27FC236}">
                <a16:creationId xmlns:a16="http://schemas.microsoft.com/office/drawing/2014/main" id="{4B8437D3-CDF8-FAA0-913F-9E11F51C5ABA}"/>
              </a:ext>
            </a:extLst>
          </p:cNvPr>
          <p:cNvSpPr>
            <a:spLocks noChangeArrowheads="1"/>
          </p:cNvSpPr>
          <p:nvPr/>
        </p:nvSpPr>
        <p:spPr bwMode="auto">
          <a:xfrm>
            <a:off x="466607" y="1692726"/>
            <a:ext cx="3955312" cy="2668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p>
            <a:pPr marL="227013" indent="-227013">
              <a:lnSpc>
                <a:spcPct val="90000"/>
              </a:lnSpc>
              <a:spcBef>
                <a:spcPct val="30000"/>
              </a:spcBef>
              <a:buSzPct val="75000"/>
              <a:buFont typeface="Arial" panose="020B0604020202020204" pitchFamily="34" charset="0"/>
              <a:buChar char="•"/>
            </a:pPr>
            <a:r>
              <a:rPr lang="en-US" altLang="en-US" sz="1600" dirty="0">
                <a:latin typeface="Open Sans" panose="020B0606030504020204" pitchFamily="34" charset="0"/>
                <a:ea typeface="Open Sans" panose="020B0606030504020204" pitchFamily="34" charset="0"/>
                <a:cs typeface="Open Sans" panose="020B0606030504020204" pitchFamily="34" charset="0"/>
              </a:rPr>
              <a:t>Activities are classified into different types by applying a two-step decision process:</a:t>
            </a:r>
          </a:p>
          <a:p>
            <a:pPr marL="285750" indent="-285750">
              <a:lnSpc>
                <a:spcPct val="90000"/>
              </a:lnSpc>
              <a:spcBef>
                <a:spcPct val="30000"/>
              </a:spcBef>
              <a:buSzPct val="75000"/>
              <a:buFont typeface="Arial" panose="020B0604020202020204" pitchFamily="34" charset="0"/>
              <a:buChar char="•"/>
            </a:pPr>
            <a:endParaRPr lang="en-US" altLang="en-US" sz="1600" dirty="0">
              <a:latin typeface="Open Sans" panose="020B0606030504020204" pitchFamily="34" charset="0"/>
              <a:ea typeface="Open Sans" panose="020B0606030504020204" pitchFamily="34" charset="0"/>
              <a:cs typeface="Open Sans" panose="020B0606030504020204" pitchFamily="34" charset="0"/>
            </a:endParaRPr>
          </a:p>
          <a:p>
            <a:pPr marL="512762" lvl="4" indent="-285750">
              <a:lnSpc>
                <a:spcPct val="90000"/>
              </a:lnSpc>
              <a:spcBef>
                <a:spcPct val="30000"/>
              </a:spcBef>
              <a:buSzPct val="75000"/>
              <a:buFont typeface="Courier New" panose="02070309020205020404" pitchFamily="49" charset="0"/>
              <a:buChar char="o"/>
            </a:pPr>
            <a:r>
              <a:rPr lang="en-US" altLang="en-US" sz="1600" dirty="0">
                <a:latin typeface="Open Sans" panose="020B0606030504020204" pitchFamily="34" charset="0"/>
                <a:ea typeface="Open Sans" panose="020B0606030504020204" pitchFamily="34" charset="0"/>
                <a:cs typeface="Open Sans" panose="020B0606030504020204" pitchFamily="34" charset="0"/>
              </a:rPr>
              <a:t>First, apply criteria-based decisions to make the clusters of types.</a:t>
            </a:r>
          </a:p>
          <a:p>
            <a:pPr marL="512762" lvl="2" indent="-285750">
              <a:lnSpc>
                <a:spcPct val="90000"/>
              </a:lnSpc>
              <a:spcBef>
                <a:spcPct val="30000"/>
              </a:spcBef>
              <a:buSzPct val="75000"/>
              <a:buFont typeface="Courier New" panose="02070309020205020404" pitchFamily="49" charset="0"/>
              <a:buChar char="o"/>
            </a:pPr>
            <a:endParaRPr lang="en-US" altLang="en-US" sz="1600" dirty="0">
              <a:latin typeface="Open Sans" panose="020B0606030504020204" pitchFamily="34" charset="0"/>
              <a:ea typeface="Open Sans" panose="020B0606030504020204" pitchFamily="34" charset="0"/>
              <a:cs typeface="Open Sans" panose="020B0606030504020204" pitchFamily="34" charset="0"/>
            </a:endParaRPr>
          </a:p>
          <a:p>
            <a:pPr marL="512762" lvl="2" indent="-285750">
              <a:lnSpc>
                <a:spcPct val="90000"/>
              </a:lnSpc>
              <a:spcBef>
                <a:spcPct val="30000"/>
              </a:spcBef>
              <a:buSzPct val="75000"/>
              <a:buFont typeface="Courier New" panose="02070309020205020404" pitchFamily="49" charset="0"/>
              <a:buChar char="o"/>
            </a:pPr>
            <a:r>
              <a:rPr lang="en-US" altLang="en-US" sz="1600" dirty="0">
                <a:latin typeface="Open Sans" panose="020B0606030504020204" pitchFamily="34" charset="0"/>
                <a:ea typeface="Open Sans" panose="020B0606030504020204" pitchFamily="34" charset="0"/>
                <a:cs typeface="Open Sans" panose="020B0606030504020204" pitchFamily="34" charset="0"/>
              </a:rPr>
              <a:t>Next, apply the type decisions to identify one type within the cluster.</a:t>
            </a:r>
          </a:p>
        </p:txBody>
      </p:sp>
      <p:sp>
        <p:nvSpPr>
          <p:cNvPr id="1059845" name="Rectangle 5">
            <a:extLst>
              <a:ext uri="{FF2B5EF4-FFF2-40B4-BE49-F238E27FC236}">
                <a16:creationId xmlns:a16="http://schemas.microsoft.com/office/drawing/2014/main" id="{68873217-3B63-2D75-08F0-5C6953C6F00D}"/>
              </a:ext>
            </a:extLst>
          </p:cNvPr>
          <p:cNvSpPr>
            <a:spLocks noChangeArrowheads="1"/>
          </p:cNvSpPr>
          <p:nvPr/>
        </p:nvSpPr>
        <p:spPr bwMode="auto">
          <a:xfrm>
            <a:off x="601625" y="1222217"/>
            <a:ext cx="3955312" cy="279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nchor="ctr"/>
          <a:lstStyle>
            <a:lvl1pPr algn="ctr">
              <a:lnSpc>
                <a:spcPct val="90000"/>
              </a:lnSpc>
              <a:defRPr sz="2800" b="1">
                <a:solidFill>
                  <a:srgbClr val="000000"/>
                </a:solidFill>
                <a:latin typeface="Times New Roman" panose="02020603050405020304" pitchFamily="18" charset="0"/>
              </a:defRPr>
            </a:lvl1pPr>
            <a:lvl2pPr algn="ctr">
              <a:lnSpc>
                <a:spcPct val="90000"/>
              </a:lnSpc>
              <a:defRPr sz="2800" b="1">
                <a:solidFill>
                  <a:srgbClr val="000000"/>
                </a:solidFill>
                <a:latin typeface="Times New Roman" panose="02020603050405020304" pitchFamily="18" charset="0"/>
              </a:defRPr>
            </a:lvl2pPr>
            <a:lvl3pPr algn="ctr">
              <a:lnSpc>
                <a:spcPct val="90000"/>
              </a:lnSpc>
              <a:defRPr sz="2800" b="1">
                <a:solidFill>
                  <a:srgbClr val="000000"/>
                </a:solidFill>
                <a:latin typeface="Times New Roman" panose="02020603050405020304" pitchFamily="18" charset="0"/>
              </a:defRPr>
            </a:lvl3pPr>
            <a:lvl4pPr algn="ctr">
              <a:lnSpc>
                <a:spcPct val="90000"/>
              </a:lnSpc>
              <a:defRPr sz="2800" b="1">
                <a:solidFill>
                  <a:srgbClr val="000000"/>
                </a:solidFill>
                <a:latin typeface="Times New Roman" panose="02020603050405020304" pitchFamily="18" charset="0"/>
              </a:defRPr>
            </a:lvl4pPr>
            <a:lvl5pPr algn="ctr">
              <a:lnSpc>
                <a:spcPct val="90000"/>
              </a:lnSpc>
              <a:defRPr sz="2800" b="1">
                <a:solidFill>
                  <a:srgbClr val="000000"/>
                </a:solidFill>
                <a:latin typeface="Times New Roman" panose="02020603050405020304" pitchFamily="18" charset="0"/>
              </a:defRPr>
            </a:lvl5pPr>
            <a:lvl6pPr marL="4572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6pPr>
            <a:lvl7pPr marL="9144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7pPr>
            <a:lvl8pPr marL="13716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8pPr>
            <a:lvl9pPr marL="18288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9pPr>
          </a:lstStyle>
          <a:p>
            <a:pPr algn="l"/>
            <a:r>
              <a:rPr lang="en-US" altLang="en-US" sz="1800" dirty="0">
                <a:solidFill>
                  <a:schemeClr val="accent1">
                    <a:lumMod val="50000"/>
                  </a:schemeClr>
                </a:solidFill>
                <a:latin typeface="Sora"/>
                <a:cs typeface="Sora"/>
                <a:sym typeface="Sora"/>
              </a:rPr>
              <a:t>Decision Tree Based Criteria</a:t>
            </a:r>
          </a:p>
        </p:txBody>
      </p:sp>
      <p:sp>
        <p:nvSpPr>
          <p:cNvPr id="1059846" name="Rectangle 6">
            <a:extLst>
              <a:ext uri="{FF2B5EF4-FFF2-40B4-BE49-F238E27FC236}">
                <a16:creationId xmlns:a16="http://schemas.microsoft.com/office/drawing/2014/main" id="{72B5DD38-2B0A-C93F-8E5D-C34F335A22F7}"/>
              </a:ext>
            </a:extLst>
          </p:cNvPr>
          <p:cNvSpPr>
            <a:spLocks noChangeArrowheads="1"/>
          </p:cNvSpPr>
          <p:nvPr/>
        </p:nvSpPr>
        <p:spPr bwMode="auto">
          <a:xfrm>
            <a:off x="5075274" y="4652312"/>
            <a:ext cx="348194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solidFill>
                  <a:schemeClr val="bg1">
                    <a:lumMod val="25000"/>
                  </a:schemeClr>
                </a:solidFill>
              </a:rPr>
              <a:t>Figure 2.1 Decision Tree Types: © Wiley, 2001</a:t>
            </a:r>
          </a:p>
        </p:txBody>
      </p:sp>
      <p:sp>
        <p:nvSpPr>
          <p:cNvPr id="4" name="Rectangle 2">
            <a:extLst>
              <a:ext uri="{FF2B5EF4-FFF2-40B4-BE49-F238E27FC236}">
                <a16:creationId xmlns:a16="http://schemas.microsoft.com/office/drawing/2014/main" id="{18D2F20F-1F2E-1E65-FC73-C4C22D0AFDE1}"/>
              </a:ext>
            </a:extLst>
          </p:cNvPr>
          <p:cNvSpPr>
            <a:spLocks noGrp="1" noChangeArrowheads="1"/>
          </p:cNvSpPr>
          <p:nvPr>
            <p:ph type="title"/>
          </p:nvPr>
        </p:nvSpPr>
        <p:spPr>
          <a:xfrm>
            <a:off x="466607" y="72763"/>
            <a:ext cx="7991271" cy="572700"/>
          </a:xfrm>
        </p:spPr>
        <p:txBody>
          <a:bodyPr/>
          <a:lstStyle/>
          <a:p>
            <a:pPr marL="463550" indent="-463550">
              <a:tabLst>
                <a:tab pos="463550" algn="l"/>
              </a:tabLst>
            </a:pPr>
            <a:r>
              <a:rPr lang="en-US" altLang="en-US" dirty="0">
                <a:solidFill>
                  <a:schemeClr val="hlink"/>
                </a:solidFill>
              </a:rPr>
              <a:t>c)	Evidence-based Classification of Software Maintenance</a:t>
            </a:r>
          </a:p>
        </p:txBody>
      </p:sp>
    </p:spTree>
    <p:extLst>
      <p:ext uri="{BB962C8B-B14F-4D97-AF65-F5344CB8AC3E}">
        <p14:creationId xmlns:p14="http://schemas.microsoft.com/office/powerpoint/2010/main" val="837642142"/>
      </p:ext>
    </p:extLst>
  </p:cSld>
  <p:clrMapOvr>
    <a:overrideClrMapping bg1="lt1" tx1="dk1" bg2="dk2" tx2="lt2" accent1="accent1" accent2="accent2" accent3="accent3" accent4="accent4" accent5="accent5" accent6="accent6" hlink="hlink" folHlink="folHlink"/>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059843" name="Picture 3">
            <a:extLst>
              <a:ext uri="{FF2B5EF4-FFF2-40B4-BE49-F238E27FC236}">
                <a16:creationId xmlns:a16="http://schemas.microsoft.com/office/drawing/2014/main" id="{315A0DB5-456F-651F-CDDA-256391D505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3152" y="1222217"/>
            <a:ext cx="3874241" cy="3430095"/>
          </a:xfrm>
          <a:prstGeom prst="rect">
            <a:avLst/>
          </a:prstGeom>
          <a:noFill/>
          <a:extLst>
            <a:ext uri="{909E8E84-426E-40DD-AFC4-6F175D3DCCD1}">
              <a14:hiddenFill xmlns:a14="http://schemas.microsoft.com/office/drawing/2010/main">
                <a:solidFill>
                  <a:srgbClr val="FFFFFF"/>
                </a:solidFill>
              </a14:hiddenFill>
            </a:ext>
          </a:extLst>
        </p:spPr>
      </p:pic>
      <p:sp>
        <p:nvSpPr>
          <p:cNvPr id="1059844" name="Rectangle 4">
            <a:extLst>
              <a:ext uri="{FF2B5EF4-FFF2-40B4-BE49-F238E27FC236}">
                <a16:creationId xmlns:a16="http://schemas.microsoft.com/office/drawing/2014/main" id="{4B8437D3-CDF8-FAA0-913F-9E11F51C5ABA}"/>
              </a:ext>
            </a:extLst>
          </p:cNvPr>
          <p:cNvSpPr>
            <a:spLocks noChangeArrowheads="1"/>
          </p:cNvSpPr>
          <p:nvPr/>
        </p:nvSpPr>
        <p:spPr bwMode="auto">
          <a:xfrm>
            <a:off x="451544" y="1618384"/>
            <a:ext cx="4105393" cy="2959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p>
            <a:pPr marL="227013" indent="-227013">
              <a:lnSpc>
                <a:spcPct val="90000"/>
              </a:lnSpc>
              <a:spcBef>
                <a:spcPct val="30000"/>
              </a:spcBef>
              <a:buSzPct val="75000"/>
              <a:buFont typeface="Arial" panose="020B0604020202020204" pitchFamily="34" charset="0"/>
              <a:buChar char="•"/>
            </a:pPr>
            <a:r>
              <a:rPr lang="en-US" altLang="en-US" sz="1600" dirty="0">
                <a:latin typeface="Open Sans" panose="020B0606030504020204" pitchFamily="34" charset="0"/>
                <a:ea typeface="Open Sans" panose="020B0606030504020204" pitchFamily="34" charset="0"/>
                <a:cs typeface="Open Sans" panose="020B0606030504020204" pitchFamily="34" charset="0"/>
              </a:rPr>
              <a:t>For example</a:t>
            </a:r>
          </a:p>
          <a:p>
            <a:pPr>
              <a:lnSpc>
                <a:spcPct val="90000"/>
              </a:lnSpc>
              <a:spcBef>
                <a:spcPct val="30000"/>
              </a:spcBef>
              <a:buSzPct val="75000"/>
            </a:pPr>
            <a:endParaRPr lang="en-US" altLang="en-US" sz="1600" dirty="0">
              <a:latin typeface="Open Sans" panose="020B0606030504020204" pitchFamily="34" charset="0"/>
              <a:ea typeface="Open Sans" panose="020B0606030504020204" pitchFamily="34" charset="0"/>
              <a:cs typeface="Open Sans" panose="020B0606030504020204" pitchFamily="34" charset="0"/>
            </a:endParaRPr>
          </a:p>
          <a:p>
            <a:pPr marL="227013" indent="-227013">
              <a:lnSpc>
                <a:spcPct val="90000"/>
              </a:lnSpc>
              <a:spcBef>
                <a:spcPct val="30000"/>
              </a:spcBef>
              <a:buSzPct val="75000"/>
              <a:buFont typeface="Arial" panose="020B0604020202020204" pitchFamily="34" charset="0"/>
              <a:buChar char="•"/>
            </a:pPr>
            <a:r>
              <a:rPr lang="en-US" altLang="en-US" sz="1600" dirty="0">
                <a:latin typeface="Open Sans" panose="020B0606030504020204" pitchFamily="34" charset="0"/>
                <a:ea typeface="Open Sans" panose="020B0606030504020204" pitchFamily="34" charset="0"/>
                <a:cs typeface="Open Sans" panose="020B0606030504020204" pitchFamily="34" charset="0"/>
              </a:rPr>
              <a:t>“Imagine you updated the system because the function wasn’t working properly. What type is that?”</a:t>
            </a:r>
          </a:p>
          <a:p>
            <a:pPr marL="227013" indent="-227013">
              <a:lnSpc>
                <a:spcPct val="90000"/>
              </a:lnSpc>
              <a:spcBef>
                <a:spcPct val="30000"/>
              </a:spcBef>
              <a:buSzPct val="75000"/>
              <a:buFont typeface="Arial" panose="020B0604020202020204" pitchFamily="34" charset="0"/>
              <a:buChar char="•"/>
            </a:pPr>
            <a:r>
              <a:rPr lang="en-US" altLang="en-US" sz="1600" dirty="0">
                <a:latin typeface="Open Sans" panose="020B0606030504020204" pitchFamily="34" charset="0"/>
                <a:ea typeface="Open Sans" panose="020B0606030504020204" pitchFamily="34" charset="0"/>
                <a:cs typeface="Open Sans" panose="020B0606030504020204" pitchFamily="34" charset="0"/>
              </a:rPr>
              <a:t>Was software changed? → Yes</a:t>
            </a:r>
          </a:p>
          <a:p>
            <a:pPr marL="227013" indent="-227013">
              <a:lnSpc>
                <a:spcPct val="90000"/>
              </a:lnSpc>
              <a:spcBef>
                <a:spcPct val="30000"/>
              </a:spcBef>
              <a:buSzPct val="75000"/>
              <a:buFont typeface="Arial" panose="020B0604020202020204" pitchFamily="34" charset="0"/>
              <a:buChar char="•"/>
            </a:pPr>
            <a:r>
              <a:rPr lang="en-US" altLang="en-US" sz="1600" dirty="0">
                <a:latin typeface="Open Sans" panose="020B0606030504020204" pitchFamily="34" charset="0"/>
                <a:ea typeface="Open Sans" panose="020B0606030504020204" pitchFamily="34" charset="0"/>
                <a:cs typeface="Open Sans" panose="020B0606030504020204" pitchFamily="34" charset="0"/>
              </a:rPr>
              <a:t>Was source code changed? → Yes</a:t>
            </a:r>
          </a:p>
          <a:p>
            <a:pPr marL="227013" indent="-227013">
              <a:lnSpc>
                <a:spcPct val="90000"/>
              </a:lnSpc>
              <a:spcBef>
                <a:spcPct val="30000"/>
              </a:spcBef>
              <a:buSzPct val="75000"/>
              <a:buFont typeface="Arial" panose="020B0604020202020204" pitchFamily="34" charset="0"/>
              <a:buChar char="•"/>
            </a:pPr>
            <a:r>
              <a:rPr lang="en-US" altLang="en-US" sz="1600" dirty="0">
                <a:latin typeface="Open Sans" panose="020B0606030504020204" pitchFamily="34" charset="0"/>
                <a:ea typeface="Open Sans" panose="020B0606030504020204" pitchFamily="34" charset="0"/>
                <a:cs typeface="Open Sans" panose="020B0606030504020204" pitchFamily="34" charset="0"/>
              </a:rPr>
              <a:t>Was a function changed? → Yes → Go to Business Rules</a:t>
            </a:r>
          </a:p>
          <a:p>
            <a:pPr marL="227013" indent="-227013">
              <a:lnSpc>
                <a:spcPct val="90000"/>
              </a:lnSpc>
              <a:spcBef>
                <a:spcPct val="30000"/>
              </a:spcBef>
              <a:buSzPct val="75000"/>
              <a:buFont typeface="Arial" panose="020B0604020202020204" pitchFamily="34" charset="0"/>
              <a:buChar char="•"/>
            </a:pPr>
            <a:r>
              <a:rPr lang="en-US" altLang="en-US" sz="1600" dirty="0">
                <a:latin typeface="Open Sans" panose="020B0606030504020204" pitchFamily="34" charset="0"/>
                <a:ea typeface="Open Sans" panose="020B0606030504020204" pitchFamily="34" charset="0"/>
                <a:cs typeface="Open Sans" panose="020B0606030504020204" pitchFamily="34" charset="0"/>
              </a:rPr>
              <a:t>Choosing the correct type → Corrective</a:t>
            </a:r>
          </a:p>
        </p:txBody>
      </p:sp>
      <p:sp>
        <p:nvSpPr>
          <p:cNvPr id="1059845" name="Rectangle 5">
            <a:extLst>
              <a:ext uri="{FF2B5EF4-FFF2-40B4-BE49-F238E27FC236}">
                <a16:creationId xmlns:a16="http://schemas.microsoft.com/office/drawing/2014/main" id="{68873217-3B63-2D75-08F0-5C6953C6F00D}"/>
              </a:ext>
            </a:extLst>
          </p:cNvPr>
          <p:cNvSpPr>
            <a:spLocks noChangeArrowheads="1"/>
          </p:cNvSpPr>
          <p:nvPr/>
        </p:nvSpPr>
        <p:spPr bwMode="auto">
          <a:xfrm>
            <a:off x="601625" y="1222217"/>
            <a:ext cx="3955312" cy="279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nchor="ctr"/>
          <a:lstStyle>
            <a:lvl1pPr algn="ctr">
              <a:lnSpc>
                <a:spcPct val="90000"/>
              </a:lnSpc>
              <a:defRPr sz="2800" b="1">
                <a:solidFill>
                  <a:srgbClr val="000000"/>
                </a:solidFill>
                <a:latin typeface="Times New Roman" panose="02020603050405020304" pitchFamily="18" charset="0"/>
              </a:defRPr>
            </a:lvl1pPr>
            <a:lvl2pPr algn="ctr">
              <a:lnSpc>
                <a:spcPct val="90000"/>
              </a:lnSpc>
              <a:defRPr sz="2800" b="1">
                <a:solidFill>
                  <a:srgbClr val="000000"/>
                </a:solidFill>
                <a:latin typeface="Times New Roman" panose="02020603050405020304" pitchFamily="18" charset="0"/>
              </a:defRPr>
            </a:lvl2pPr>
            <a:lvl3pPr algn="ctr">
              <a:lnSpc>
                <a:spcPct val="90000"/>
              </a:lnSpc>
              <a:defRPr sz="2800" b="1">
                <a:solidFill>
                  <a:srgbClr val="000000"/>
                </a:solidFill>
                <a:latin typeface="Times New Roman" panose="02020603050405020304" pitchFamily="18" charset="0"/>
              </a:defRPr>
            </a:lvl3pPr>
            <a:lvl4pPr algn="ctr">
              <a:lnSpc>
                <a:spcPct val="90000"/>
              </a:lnSpc>
              <a:defRPr sz="2800" b="1">
                <a:solidFill>
                  <a:srgbClr val="000000"/>
                </a:solidFill>
                <a:latin typeface="Times New Roman" panose="02020603050405020304" pitchFamily="18" charset="0"/>
              </a:defRPr>
            </a:lvl4pPr>
            <a:lvl5pPr algn="ctr">
              <a:lnSpc>
                <a:spcPct val="90000"/>
              </a:lnSpc>
              <a:defRPr sz="2800" b="1">
                <a:solidFill>
                  <a:srgbClr val="000000"/>
                </a:solidFill>
                <a:latin typeface="Times New Roman" panose="02020603050405020304" pitchFamily="18" charset="0"/>
              </a:defRPr>
            </a:lvl5pPr>
            <a:lvl6pPr marL="4572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6pPr>
            <a:lvl7pPr marL="9144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7pPr>
            <a:lvl8pPr marL="13716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8pPr>
            <a:lvl9pPr marL="1828800" algn="ctr" eaLnBrk="0" fontAlgn="base" hangingPunct="0">
              <a:lnSpc>
                <a:spcPct val="90000"/>
              </a:lnSpc>
              <a:spcBef>
                <a:spcPct val="0"/>
              </a:spcBef>
              <a:spcAft>
                <a:spcPct val="0"/>
              </a:spcAft>
              <a:defRPr sz="2800" b="1">
                <a:solidFill>
                  <a:srgbClr val="000000"/>
                </a:solidFill>
                <a:latin typeface="Times New Roman" panose="02020603050405020304" pitchFamily="18" charset="0"/>
              </a:defRPr>
            </a:lvl9pPr>
          </a:lstStyle>
          <a:p>
            <a:pPr algn="l"/>
            <a:r>
              <a:rPr lang="en-US" altLang="en-US" sz="1800" dirty="0">
                <a:solidFill>
                  <a:schemeClr val="accent1">
                    <a:lumMod val="50000"/>
                  </a:schemeClr>
                </a:solidFill>
                <a:latin typeface="Sora"/>
                <a:cs typeface="Sora"/>
                <a:sym typeface="Sora"/>
              </a:rPr>
              <a:t>Decision Tree Based Criteria</a:t>
            </a:r>
          </a:p>
        </p:txBody>
      </p:sp>
      <p:sp>
        <p:nvSpPr>
          <p:cNvPr id="1059846" name="Rectangle 6">
            <a:extLst>
              <a:ext uri="{FF2B5EF4-FFF2-40B4-BE49-F238E27FC236}">
                <a16:creationId xmlns:a16="http://schemas.microsoft.com/office/drawing/2014/main" id="{72B5DD38-2B0A-C93F-8E5D-C34F335A22F7}"/>
              </a:ext>
            </a:extLst>
          </p:cNvPr>
          <p:cNvSpPr>
            <a:spLocks noChangeArrowheads="1"/>
          </p:cNvSpPr>
          <p:nvPr/>
        </p:nvSpPr>
        <p:spPr bwMode="auto">
          <a:xfrm>
            <a:off x="5075274" y="4652312"/>
            <a:ext cx="348194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solidFill>
                  <a:schemeClr val="bg1">
                    <a:lumMod val="25000"/>
                  </a:schemeClr>
                </a:solidFill>
              </a:rPr>
              <a:t>Figure 2.1 Decision Tree Types: © Wiley, 2001</a:t>
            </a:r>
          </a:p>
        </p:txBody>
      </p:sp>
      <p:sp>
        <p:nvSpPr>
          <p:cNvPr id="4" name="Rectangle 2">
            <a:extLst>
              <a:ext uri="{FF2B5EF4-FFF2-40B4-BE49-F238E27FC236}">
                <a16:creationId xmlns:a16="http://schemas.microsoft.com/office/drawing/2014/main" id="{18D2F20F-1F2E-1E65-FC73-C4C22D0AFDE1}"/>
              </a:ext>
            </a:extLst>
          </p:cNvPr>
          <p:cNvSpPr>
            <a:spLocks noGrp="1" noChangeArrowheads="1"/>
          </p:cNvSpPr>
          <p:nvPr>
            <p:ph type="title"/>
          </p:nvPr>
        </p:nvSpPr>
        <p:spPr>
          <a:xfrm>
            <a:off x="466607" y="72763"/>
            <a:ext cx="7991271" cy="572700"/>
          </a:xfrm>
        </p:spPr>
        <p:txBody>
          <a:bodyPr/>
          <a:lstStyle/>
          <a:p>
            <a:pPr marL="463550" indent="-463550">
              <a:tabLst>
                <a:tab pos="463550" algn="l"/>
              </a:tabLst>
            </a:pPr>
            <a:r>
              <a:rPr lang="en-US" altLang="en-US" dirty="0">
                <a:solidFill>
                  <a:schemeClr val="hlink"/>
                </a:solidFill>
              </a:rPr>
              <a:t>c)	Evidence-based Classification of Software Maintenance</a:t>
            </a:r>
          </a:p>
        </p:txBody>
      </p:sp>
    </p:spTree>
    <p:extLst>
      <p:ext uri="{BB962C8B-B14F-4D97-AF65-F5344CB8AC3E}">
        <p14:creationId xmlns:p14="http://schemas.microsoft.com/office/powerpoint/2010/main" val="239127530"/>
      </p:ext>
    </p:extLst>
  </p:cSld>
  <p:clrMapOvr>
    <a:overrideClrMapping bg1="lt1" tx1="dk1" bg2="dk2" tx2="lt2" accent1="accent1" accent2="accent2" accent3="accent3" accent4="accent4" accent5="accent5" accent6="accent6" hlink="hlink" folHlink="folHlink"/>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5750" name="Picture 6">
            <a:extLst>
              <a:ext uri="{FF2B5EF4-FFF2-40B4-BE49-F238E27FC236}">
                <a16:creationId xmlns:a16="http://schemas.microsoft.com/office/drawing/2014/main" id="{7AE56CDD-6FF5-0E7B-E723-66229B11D1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500" t="23923" r="8589" b="23698"/>
          <a:stretch>
            <a:fillRect/>
          </a:stretch>
        </p:blipFill>
        <p:spPr bwMode="auto">
          <a:xfrm>
            <a:off x="1528294" y="1190847"/>
            <a:ext cx="6207585" cy="315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5752" name="Rectangle 8">
            <a:extLst>
              <a:ext uri="{FF2B5EF4-FFF2-40B4-BE49-F238E27FC236}">
                <a16:creationId xmlns:a16="http://schemas.microsoft.com/office/drawing/2014/main" id="{FBB1D633-94EE-D7F2-CAC8-41AE20D1929F}"/>
              </a:ext>
            </a:extLst>
          </p:cNvPr>
          <p:cNvSpPr>
            <a:spLocks noChangeArrowheads="1"/>
          </p:cNvSpPr>
          <p:nvPr/>
        </p:nvSpPr>
        <p:spPr bwMode="auto">
          <a:xfrm>
            <a:off x="1056167" y="4349473"/>
            <a:ext cx="72301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69863" indent="-169863">
              <a:buFontTx/>
              <a:buChar char="•"/>
            </a:pPr>
            <a:r>
              <a:rPr lang="en-US" altLang="en-US" sz="1200" b="0" dirty="0">
                <a:solidFill>
                  <a:schemeClr val="bg1">
                    <a:lumMod val="10000"/>
                  </a:schemeClr>
                </a:solidFill>
                <a:latin typeface="Open Sans" panose="020B0606030504020204" pitchFamily="34" charset="0"/>
                <a:ea typeface="Open Sans" panose="020B0606030504020204" pitchFamily="34" charset="0"/>
                <a:cs typeface="Open Sans" panose="020B0606030504020204" pitchFamily="34" charset="0"/>
              </a:rPr>
              <a:t>Sometimes, an objective evidence may be found to be ambiguous. In that case, clusters have their designated default types for use. The overall default type is evaluative, if there are ambiguities in an activity.</a:t>
            </a:r>
          </a:p>
        </p:txBody>
      </p:sp>
      <p:sp>
        <p:nvSpPr>
          <p:cNvPr id="5" name="Rectangle 2">
            <a:extLst>
              <a:ext uri="{FF2B5EF4-FFF2-40B4-BE49-F238E27FC236}">
                <a16:creationId xmlns:a16="http://schemas.microsoft.com/office/drawing/2014/main" id="{2BC6BF5C-4E3F-3F2F-7D10-2807B29A2EC6}"/>
              </a:ext>
            </a:extLst>
          </p:cNvPr>
          <p:cNvSpPr>
            <a:spLocks noGrp="1" noChangeArrowheads="1"/>
          </p:cNvSpPr>
          <p:nvPr>
            <p:ph type="title"/>
          </p:nvPr>
        </p:nvSpPr>
        <p:spPr>
          <a:xfrm>
            <a:off x="466607" y="72763"/>
            <a:ext cx="7991271" cy="572700"/>
          </a:xfrm>
        </p:spPr>
        <p:txBody>
          <a:bodyPr/>
          <a:lstStyle/>
          <a:p>
            <a:pPr marL="463550" indent="-463550">
              <a:tabLst>
                <a:tab pos="463550" algn="l"/>
              </a:tabLst>
            </a:pPr>
            <a:r>
              <a:rPr lang="en-US" altLang="en-US" dirty="0">
                <a:solidFill>
                  <a:schemeClr val="hlink"/>
                </a:solidFill>
              </a:rPr>
              <a:t>c)	Evidence-based Classification of Software Maintenance</a:t>
            </a:r>
          </a:p>
        </p:txBody>
      </p:sp>
    </p:spTree>
    <p:extLst>
      <p:ext uri="{BB962C8B-B14F-4D97-AF65-F5344CB8AC3E}">
        <p14:creationId xmlns:p14="http://schemas.microsoft.com/office/powerpoint/2010/main" val="96360822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A60A6-FC5B-E9B2-C564-82F844391DA5}"/>
            </a:ext>
          </a:extLst>
        </p:cNvPr>
        <p:cNvGrpSpPr/>
        <p:nvPr/>
      </p:nvGrpSpPr>
      <p:grpSpPr>
        <a:xfrm>
          <a:off x="0" y="0"/>
          <a:ext cx="0" cy="0"/>
          <a:chOff x="0" y="0"/>
          <a:chExt cx="0" cy="0"/>
        </a:xfrm>
      </p:grpSpPr>
      <p:sp>
        <p:nvSpPr>
          <p:cNvPr id="1039478" name="Text Placeholder 1039477">
            <a:extLst>
              <a:ext uri="{FF2B5EF4-FFF2-40B4-BE49-F238E27FC236}">
                <a16:creationId xmlns:a16="http://schemas.microsoft.com/office/drawing/2014/main" id="{748B3BAE-5111-6579-10D3-1657085C4695}"/>
              </a:ext>
            </a:extLst>
          </p:cNvPr>
          <p:cNvSpPr>
            <a:spLocks noGrp="1"/>
          </p:cNvSpPr>
          <p:nvPr>
            <p:ph type="body" idx="1"/>
          </p:nvPr>
        </p:nvSpPr>
        <p:spPr>
          <a:xfrm>
            <a:off x="492067" y="2943294"/>
            <a:ext cx="8318780" cy="2206155"/>
          </a:xfrm>
          <a:solidFill>
            <a:srgbClr val="F3F3F3"/>
          </a:solidFill>
        </p:spPr>
        <p:txBody>
          <a:bodyPr/>
          <a:lstStyle/>
          <a:p>
            <a:pPr marL="152400" indent="0">
              <a:spcAft>
                <a:spcPts val="200"/>
              </a:spcAft>
              <a:buNone/>
            </a:pPr>
            <a:r>
              <a:rPr lang="en-US" sz="1100" b="1" dirty="0"/>
              <a:t>Example: Performance Optimization</a:t>
            </a:r>
            <a:endParaRPr lang="en-US" sz="1100" dirty="0"/>
          </a:p>
          <a:p>
            <a:pPr>
              <a:spcAft>
                <a:spcPts val="200"/>
              </a:spcAft>
              <a:buFont typeface="+mj-lt"/>
              <a:buAutoNum type="arabicPeriod"/>
            </a:pPr>
            <a:r>
              <a:rPr lang="en-US" sz="1000" b="1" dirty="0"/>
              <a:t>Evidence (</a:t>
            </a:r>
            <a:r>
              <a:rPr lang="en-MY" sz="1000" b="1" dirty="0"/>
              <a:t>What is driving the </a:t>
            </a:r>
            <a:r>
              <a:rPr lang="en-US" sz="1000" b="1" dirty="0"/>
              <a:t>Change Request?):</a:t>
            </a:r>
            <a:endParaRPr lang="en-US" sz="1000" dirty="0"/>
          </a:p>
          <a:p>
            <a:pPr marL="628650" lvl="1" indent="-171450">
              <a:spcAft>
                <a:spcPts val="600"/>
              </a:spcAft>
              <a:buFont typeface="Arial" panose="020B0604020202020204" pitchFamily="34" charset="0"/>
              <a:buChar char="•"/>
            </a:pPr>
            <a:r>
              <a:rPr lang="en-US" sz="1000" dirty="0"/>
              <a:t>Users of a web application complain about slow loading times, especially during peak usage hours.</a:t>
            </a:r>
          </a:p>
          <a:p>
            <a:pPr>
              <a:spcAft>
                <a:spcPts val="200"/>
              </a:spcAft>
              <a:buFont typeface="+mj-lt"/>
              <a:buAutoNum type="arabicPeriod"/>
            </a:pPr>
            <a:r>
              <a:rPr lang="en-US" sz="1000" b="1" dirty="0"/>
              <a:t>Identify Intention (Why?):</a:t>
            </a:r>
            <a:endParaRPr lang="en-US" sz="1000" dirty="0"/>
          </a:p>
          <a:p>
            <a:pPr marL="687388" lvl="1" indent="-230188">
              <a:spcAft>
                <a:spcPts val="600"/>
              </a:spcAft>
              <a:buFont typeface="Arial" panose="020B0604020202020204" pitchFamily="34" charset="0"/>
              <a:buChar char="•"/>
            </a:pPr>
            <a:r>
              <a:rPr lang="en-US" sz="1000" dirty="0"/>
              <a:t>The intention is perfective maintenance to optimize performance and improve the responsiveness of the web application.</a:t>
            </a:r>
          </a:p>
          <a:p>
            <a:pPr>
              <a:spcAft>
                <a:spcPts val="200"/>
              </a:spcAft>
              <a:buFont typeface="+mj-lt"/>
              <a:buAutoNum type="arabicPeriod"/>
            </a:pPr>
            <a:r>
              <a:rPr lang="en-US" sz="1000" b="1" dirty="0"/>
              <a:t>Choose Activities (Which?):</a:t>
            </a:r>
            <a:endParaRPr lang="en-US" sz="1000" dirty="0"/>
          </a:p>
          <a:p>
            <a:pPr marL="687388" lvl="1" indent="-230188">
              <a:spcAft>
                <a:spcPts val="200"/>
              </a:spcAft>
              <a:buFont typeface="+mj-lt"/>
              <a:buAutoNum type="arabicPeriod"/>
            </a:pPr>
            <a:r>
              <a:rPr lang="en-US" sz="1000" b="1" dirty="0"/>
              <a:t>Performance Tuning</a:t>
            </a:r>
          </a:p>
          <a:p>
            <a:pPr marL="914400" lvl="2" indent="-227013">
              <a:spcAft>
                <a:spcPts val="200"/>
              </a:spcAft>
              <a:buFont typeface="Arial" panose="020B0604020202020204" pitchFamily="34" charset="0"/>
              <a:buChar char="•"/>
            </a:pPr>
            <a:r>
              <a:rPr lang="en-US" sz="1000" dirty="0"/>
              <a:t>Conduct performance profiling and analysis to identify bottlenecks, such as database queries taking longer than expected or inefficient code segments.</a:t>
            </a:r>
          </a:p>
          <a:p>
            <a:pPr marL="914400" lvl="2" indent="-227013">
              <a:spcAft>
                <a:spcPts val="200"/>
              </a:spcAft>
              <a:buFont typeface="Arial" panose="020B0604020202020204" pitchFamily="34" charset="0"/>
              <a:buChar char="•"/>
            </a:pPr>
            <a:r>
              <a:rPr lang="en-US" sz="1000" dirty="0"/>
              <a:t>Optimize database queries by adding indexes, rewriting queries, or optimizing data retrieval strategies.</a:t>
            </a:r>
          </a:p>
          <a:p>
            <a:pPr marL="914400" lvl="2" indent="-227013">
              <a:spcAft>
                <a:spcPts val="200"/>
              </a:spcAft>
              <a:buFont typeface="Arial" panose="020B0604020202020204" pitchFamily="34" charset="0"/>
              <a:buChar char="•"/>
            </a:pPr>
            <a:r>
              <a:rPr lang="en-US" sz="1000" dirty="0"/>
              <a:t>Etc.</a:t>
            </a:r>
          </a:p>
          <a:p>
            <a:pPr>
              <a:spcAft>
                <a:spcPts val="200"/>
              </a:spcAft>
            </a:pPr>
            <a:endParaRPr lang="en-MY" sz="1100" dirty="0"/>
          </a:p>
        </p:txBody>
      </p:sp>
      <p:sp>
        <p:nvSpPr>
          <p:cNvPr id="1039362" name="Rectangle 2">
            <a:extLst>
              <a:ext uri="{FF2B5EF4-FFF2-40B4-BE49-F238E27FC236}">
                <a16:creationId xmlns:a16="http://schemas.microsoft.com/office/drawing/2014/main" id="{4DD897CA-7C5E-E930-B8AD-947D86088D48}"/>
              </a:ext>
            </a:extLst>
          </p:cNvPr>
          <p:cNvSpPr>
            <a:spLocks noGrp="1" noChangeArrowheads="1"/>
          </p:cNvSpPr>
          <p:nvPr>
            <p:ph type="title"/>
          </p:nvPr>
        </p:nvSpPr>
        <p:spPr>
          <a:xfrm>
            <a:off x="720000" y="243505"/>
            <a:ext cx="8318780" cy="572700"/>
          </a:xfrm>
        </p:spPr>
        <p:txBody>
          <a:bodyPr/>
          <a:lstStyle/>
          <a:p>
            <a:pPr marL="460375" indent="-460375">
              <a:tabLst>
                <a:tab pos="460375" algn="l"/>
              </a:tabLst>
            </a:pPr>
            <a:r>
              <a:rPr lang="en-US" altLang="en-US" sz="1600" dirty="0">
                <a:solidFill>
                  <a:schemeClr val="hlink"/>
                </a:solidFill>
              </a:rPr>
              <a:t>How to choose maintenance activities -  Intention-based Classification</a:t>
            </a:r>
          </a:p>
        </p:txBody>
      </p:sp>
      <p:cxnSp>
        <p:nvCxnSpPr>
          <p:cNvPr id="8" name="Straight Arrow Connector 7">
            <a:extLst>
              <a:ext uri="{FF2B5EF4-FFF2-40B4-BE49-F238E27FC236}">
                <a16:creationId xmlns:a16="http://schemas.microsoft.com/office/drawing/2014/main" id="{43024BF8-D8D9-4410-987A-986FB56E5A80}"/>
              </a:ext>
            </a:extLst>
          </p:cNvPr>
          <p:cNvCxnSpPr>
            <a:cxnSpLocks/>
            <a:stCxn id="21" idx="3"/>
            <a:endCxn id="9" idx="1"/>
          </p:cNvCxnSpPr>
          <p:nvPr/>
        </p:nvCxnSpPr>
        <p:spPr>
          <a:xfrm>
            <a:off x="2277156" y="1159238"/>
            <a:ext cx="884615" cy="3883"/>
          </a:xfrm>
          <a:prstGeom prst="straightConnector1">
            <a:avLst/>
          </a:prstGeom>
          <a:ln w="12700">
            <a:solidFill>
              <a:schemeClr val="accent1">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BCCB913-D6B8-428C-9B81-FD1007ED3BF6}"/>
              </a:ext>
            </a:extLst>
          </p:cNvPr>
          <p:cNvSpPr txBox="1"/>
          <p:nvPr/>
        </p:nvSpPr>
        <p:spPr>
          <a:xfrm>
            <a:off x="3161771" y="934521"/>
            <a:ext cx="986898" cy="457200"/>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algn="ctr">
              <a:defRPr>
                <a:solidFill>
                  <a:schemeClr val="accent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100" dirty="0"/>
              <a:t>Identify Intention</a:t>
            </a:r>
            <a:endParaRPr lang="en-MY" sz="1100" dirty="0"/>
          </a:p>
        </p:txBody>
      </p:sp>
      <p:sp>
        <p:nvSpPr>
          <p:cNvPr id="11" name="TextBox 10">
            <a:extLst>
              <a:ext uri="{FF2B5EF4-FFF2-40B4-BE49-F238E27FC236}">
                <a16:creationId xmlns:a16="http://schemas.microsoft.com/office/drawing/2014/main" id="{8427E99D-CCCB-49FE-B501-574AEB0AD6B6}"/>
              </a:ext>
            </a:extLst>
          </p:cNvPr>
          <p:cNvSpPr txBox="1"/>
          <p:nvPr/>
        </p:nvSpPr>
        <p:spPr>
          <a:xfrm>
            <a:off x="5067831" y="932699"/>
            <a:ext cx="986898" cy="457200"/>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a:defPPr>
            <a:lvl1pPr algn="ctr">
              <a:defRPr sz="1000">
                <a:solidFill>
                  <a:schemeClr val="accent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100" dirty="0"/>
              <a:t>Determines Activities</a:t>
            </a:r>
            <a:endParaRPr lang="en-MY" sz="1100" dirty="0"/>
          </a:p>
        </p:txBody>
      </p:sp>
      <p:cxnSp>
        <p:nvCxnSpPr>
          <p:cNvPr id="13" name="Straight Arrow Connector 12">
            <a:extLst>
              <a:ext uri="{FF2B5EF4-FFF2-40B4-BE49-F238E27FC236}">
                <a16:creationId xmlns:a16="http://schemas.microsoft.com/office/drawing/2014/main" id="{CB2E9C4B-4401-AD6B-19EA-13690C3509F7}"/>
              </a:ext>
            </a:extLst>
          </p:cNvPr>
          <p:cNvCxnSpPr>
            <a:cxnSpLocks/>
            <a:stCxn id="9" idx="3"/>
            <a:endCxn id="11" idx="1"/>
          </p:cNvCxnSpPr>
          <p:nvPr/>
        </p:nvCxnSpPr>
        <p:spPr>
          <a:xfrm flipV="1">
            <a:off x="4148669" y="1161299"/>
            <a:ext cx="919162" cy="1822"/>
          </a:xfrm>
          <a:prstGeom prst="straightConnector1">
            <a:avLst/>
          </a:prstGeom>
          <a:ln w="12700">
            <a:solidFill>
              <a:schemeClr val="accent1">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B77DAEA5-AFB8-9574-CED7-9C3D119C38A4}"/>
              </a:ext>
            </a:extLst>
          </p:cNvPr>
          <p:cNvSpPr/>
          <p:nvPr/>
        </p:nvSpPr>
        <p:spPr>
          <a:xfrm>
            <a:off x="1290258" y="930638"/>
            <a:ext cx="986898" cy="457200"/>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accent2">
                    <a:lumMod val="25000"/>
                  </a:schemeClr>
                </a:solidFill>
                <a:latin typeface="Open Sans" panose="020B0606030504020204" pitchFamily="34" charset="0"/>
                <a:ea typeface="Open Sans" panose="020B0606030504020204" pitchFamily="34" charset="0"/>
                <a:cs typeface="Open Sans" panose="020B0606030504020204" pitchFamily="34" charset="0"/>
              </a:rPr>
              <a:t>Evidence</a:t>
            </a:r>
            <a:endParaRPr lang="en-MY" sz="1100" dirty="0">
              <a:solidFill>
                <a:schemeClr val="accent2">
                  <a:lumMod val="25000"/>
                </a:schemeClr>
              </a:solidFill>
            </a:endParaRPr>
          </a:p>
        </p:txBody>
      </p:sp>
      <p:sp>
        <p:nvSpPr>
          <p:cNvPr id="1039361" name="TextBox 1039360">
            <a:extLst>
              <a:ext uri="{FF2B5EF4-FFF2-40B4-BE49-F238E27FC236}">
                <a16:creationId xmlns:a16="http://schemas.microsoft.com/office/drawing/2014/main" id="{E80ABDE5-6228-B252-9788-F0A9EADC6679}"/>
              </a:ext>
            </a:extLst>
          </p:cNvPr>
          <p:cNvSpPr txBox="1"/>
          <p:nvPr/>
        </p:nvSpPr>
        <p:spPr>
          <a:xfrm>
            <a:off x="6973891" y="934778"/>
            <a:ext cx="1085588" cy="457200"/>
          </a:xfrm>
          <a:prstGeom prst="rect">
            <a:avLst/>
          </a:prstGeom>
          <a:noFill/>
          <a:ln w="190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a:defPPr>
            <a:lvl1pPr algn="ctr">
              <a:defRPr>
                <a:solidFill>
                  <a:schemeClr val="accent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100" dirty="0"/>
              <a:t>Perform Maintenance</a:t>
            </a:r>
            <a:endParaRPr lang="en-MY" sz="1100" dirty="0"/>
          </a:p>
        </p:txBody>
      </p:sp>
      <p:cxnSp>
        <p:nvCxnSpPr>
          <p:cNvPr id="1039363" name="Straight Arrow Connector 1039362">
            <a:extLst>
              <a:ext uri="{FF2B5EF4-FFF2-40B4-BE49-F238E27FC236}">
                <a16:creationId xmlns:a16="http://schemas.microsoft.com/office/drawing/2014/main" id="{16AFE47B-F307-BF39-B558-9492A7EEF532}"/>
              </a:ext>
            </a:extLst>
          </p:cNvPr>
          <p:cNvCxnSpPr>
            <a:cxnSpLocks/>
            <a:stCxn id="11" idx="3"/>
            <a:endCxn id="1039361" idx="1"/>
          </p:cNvCxnSpPr>
          <p:nvPr/>
        </p:nvCxnSpPr>
        <p:spPr>
          <a:xfrm>
            <a:off x="6054729" y="1161299"/>
            <a:ext cx="919162" cy="2079"/>
          </a:xfrm>
          <a:prstGeom prst="straightConnector1">
            <a:avLst/>
          </a:prstGeom>
          <a:ln w="12700">
            <a:solidFill>
              <a:schemeClr val="accent1">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1039463" name="TextBox 1039462">
            <a:extLst>
              <a:ext uri="{FF2B5EF4-FFF2-40B4-BE49-F238E27FC236}">
                <a16:creationId xmlns:a16="http://schemas.microsoft.com/office/drawing/2014/main" id="{ADA7528E-F26F-C771-242A-2A583835FD26}"/>
              </a:ext>
            </a:extLst>
          </p:cNvPr>
          <p:cNvSpPr txBox="1"/>
          <p:nvPr/>
        </p:nvSpPr>
        <p:spPr>
          <a:xfrm>
            <a:off x="1290258" y="1521707"/>
            <a:ext cx="1304086" cy="1446550"/>
          </a:xfrm>
          <a:prstGeom prst="rect">
            <a:avLst/>
          </a:prstGeom>
          <a:noFill/>
        </p:spPr>
        <p:txBody>
          <a:bodyPr wrap="square" rtlCol="0">
            <a:spAutoFit/>
          </a:bodyPr>
          <a:lstStyle/>
          <a:p>
            <a:r>
              <a:rPr lang="en-US" sz="1100" b="1" dirty="0">
                <a:latin typeface="Open Sans" panose="020B0606030504020204" pitchFamily="34" charset="0"/>
                <a:ea typeface="Open Sans" panose="020B0606030504020204" pitchFamily="34" charset="0"/>
                <a:cs typeface="Open Sans" panose="020B0606030504020204" pitchFamily="34" charset="0"/>
              </a:rPr>
              <a:t>Triggers </a:t>
            </a:r>
          </a:p>
          <a:p>
            <a:r>
              <a:rPr lang="en-US" sz="1100" b="1" dirty="0">
                <a:latin typeface="Open Sans" panose="020B0606030504020204" pitchFamily="34" charset="0"/>
                <a:ea typeface="Open Sans" panose="020B0606030504020204" pitchFamily="34" charset="0"/>
                <a:cs typeface="Open Sans" panose="020B0606030504020204" pitchFamily="34" charset="0"/>
              </a:rPr>
              <a:t>Change </a:t>
            </a:r>
          </a:p>
          <a:p>
            <a:r>
              <a:rPr lang="en-US" sz="1100" b="1" dirty="0">
                <a:latin typeface="Open Sans" panose="020B0606030504020204" pitchFamily="34" charset="0"/>
                <a:ea typeface="Open Sans" panose="020B0606030504020204" pitchFamily="34" charset="0"/>
                <a:cs typeface="Open Sans" panose="020B0606030504020204" pitchFamily="34" charset="0"/>
              </a:rPr>
              <a:t>Request (proof)</a:t>
            </a:r>
          </a:p>
          <a:p>
            <a:r>
              <a:rPr lang="en-US" sz="1100" dirty="0">
                <a:latin typeface="Open Sans" panose="020B0606030504020204" pitchFamily="34" charset="0"/>
                <a:ea typeface="Open Sans" panose="020B0606030504020204" pitchFamily="34" charset="0"/>
                <a:cs typeface="Open Sans" panose="020B0606030504020204" pitchFamily="34" charset="0"/>
              </a:rPr>
              <a:t>E.g. user feedback,</a:t>
            </a:r>
          </a:p>
          <a:p>
            <a:r>
              <a:rPr lang="en-US" sz="1100" dirty="0">
                <a:latin typeface="Open Sans" panose="020B0606030504020204" pitchFamily="34" charset="0"/>
                <a:ea typeface="Open Sans" panose="020B0606030504020204" pitchFamily="34" charset="0"/>
                <a:cs typeface="Open Sans" panose="020B0606030504020204" pitchFamily="34" charset="0"/>
              </a:rPr>
              <a:t>error logs, </a:t>
            </a:r>
          </a:p>
          <a:p>
            <a:r>
              <a:rPr lang="en-US" sz="1100" dirty="0">
                <a:latin typeface="Open Sans" panose="020B0606030504020204" pitchFamily="34" charset="0"/>
                <a:ea typeface="Open Sans" panose="020B0606030504020204" pitchFamily="34" charset="0"/>
                <a:cs typeface="Open Sans" panose="020B0606030504020204" pitchFamily="34" charset="0"/>
              </a:rPr>
              <a:t>performance issues</a:t>
            </a:r>
            <a:endParaRPr lang="en-MY" sz="1100" dirty="0">
              <a:latin typeface="Open Sans" panose="020B0606030504020204" pitchFamily="34" charset="0"/>
              <a:ea typeface="Open Sans" panose="020B0606030504020204" pitchFamily="34" charset="0"/>
              <a:cs typeface="Open Sans" panose="020B0606030504020204" pitchFamily="34" charset="0"/>
            </a:endParaRPr>
          </a:p>
        </p:txBody>
      </p:sp>
      <p:sp>
        <p:nvSpPr>
          <p:cNvPr id="1039464" name="TextBox 1039463">
            <a:extLst>
              <a:ext uri="{FF2B5EF4-FFF2-40B4-BE49-F238E27FC236}">
                <a16:creationId xmlns:a16="http://schemas.microsoft.com/office/drawing/2014/main" id="{7C9F82D2-4485-EA76-01F8-1A3DE6DF1B3B}"/>
              </a:ext>
            </a:extLst>
          </p:cNvPr>
          <p:cNvSpPr txBox="1"/>
          <p:nvPr/>
        </p:nvSpPr>
        <p:spPr>
          <a:xfrm>
            <a:off x="3093191" y="1525589"/>
            <a:ext cx="1304086" cy="1107996"/>
          </a:xfrm>
          <a:prstGeom prst="rect">
            <a:avLst/>
          </a:prstGeom>
          <a:noFill/>
        </p:spPr>
        <p:txBody>
          <a:bodyPr wrap="square" rtlCol="0">
            <a:spAutoFit/>
          </a:bodyPr>
          <a:lstStyle/>
          <a:p>
            <a:r>
              <a:rPr lang="en-US" sz="1100" b="1" dirty="0">
                <a:latin typeface="Open Sans" panose="020B0606030504020204" pitchFamily="34" charset="0"/>
                <a:ea typeface="Open Sans" panose="020B0606030504020204" pitchFamily="34" charset="0"/>
                <a:cs typeface="Open Sans" panose="020B0606030504020204" pitchFamily="34" charset="0"/>
              </a:rPr>
              <a:t>Determine the purpose (Why?)</a:t>
            </a:r>
          </a:p>
          <a:p>
            <a:r>
              <a:rPr lang="en-US" sz="1100" dirty="0">
                <a:latin typeface="Open Sans" panose="020B0606030504020204" pitchFamily="34" charset="0"/>
                <a:ea typeface="Open Sans" panose="020B0606030504020204" pitchFamily="34" charset="0"/>
                <a:cs typeface="Open Sans" panose="020B0606030504020204" pitchFamily="34" charset="0"/>
              </a:rPr>
              <a:t>Corrective</a:t>
            </a:r>
          </a:p>
          <a:p>
            <a:r>
              <a:rPr lang="en-US" sz="1100" dirty="0">
                <a:latin typeface="Open Sans" panose="020B0606030504020204" pitchFamily="34" charset="0"/>
                <a:ea typeface="Open Sans" panose="020B0606030504020204" pitchFamily="34" charset="0"/>
                <a:cs typeface="Open Sans" panose="020B0606030504020204" pitchFamily="34" charset="0"/>
              </a:rPr>
              <a:t>Adaptive</a:t>
            </a:r>
          </a:p>
          <a:p>
            <a:r>
              <a:rPr lang="en-US" sz="1100" dirty="0">
                <a:latin typeface="Open Sans" panose="020B0606030504020204" pitchFamily="34" charset="0"/>
                <a:ea typeface="Open Sans" panose="020B0606030504020204" pitchFamily="34" charset="0"/>
                <a:cs typeface="Open Sans" panose="020B0606030504020204" pitchFamily="34" charset="0"/>
              </a:rPr>
              <a:t>Perfective Preventive</a:t>
            </a:r>
            <a:endParaRPr lang="en-MY" sz="1100" dirty="0">
              <a:latin typeface="Open Sans" panose="020B0606030504020204" pitchFamily="34" charset="0"/>
              <a:ea typeface="Open Sans" panose="020B0606030504020204" pitchFamily="34" charset="0"/>
              <a:cs typeface="Open Sans" panose="020B0606030504020204" pitchFamily="34" charset="0"/>
            </a:endParaRPr>
          </a:p>
        </p:txBody>
      </p:sp>
      <p:sp>
        <p:nvSpPr>
          <p:cNvPr id="1039465" name="TextBox 1039464">
            <a:extLst>
              <a:ext uri="{FF2B5EF4-FFF2-40B4-BE49-F238E27FC236}">
                <a16:creationId xmlns:a16="http://schemas.microsoft.com/office/drawing/2014/main" id="{02A262B3-F451-A1D2-7AFD-23F64189AED3}"/>
              </a:ext>
            </a:extLst>
          </p:cNvPr>
          <p:cNvSpPr txBox="1"/>
          <p:nvPr/>
        </p:nvSpPr>
        <p:spPr>
          <a:xfrm>
            <a:off x="5040020" y="1525589"/>
            <a:ext cx="1594364" cy="1446550"/>
          </a:xfrm>
          <a:prstGeom prst="rect">
            <a:avLst/>
          </a:prstGeom>
          <a:noFill/>
        </p:spPr>
        <p:txBody>
          <a:bodyPr wrap="square" rtlCol="0">
            <a:spAutoFit/>
          </a:bodyPr>
          <a:lstStyle/>
          <a:p>
            <a:r>
              <a:rPr lang="en-US" sz="1100" b="1" dirty="0">
                <a:latin typeface="Open Sans" panose="020B0606030504020204" pitchFamily="34" charset="0"/>
                <a:ea typeface="Open Sans" panose="020B0606030504020204" pitchFamily="34" charset="0"/>
                <a:cs typeface="Open Sans" panose="020B0606030504020204" pitchFamily="34" charset="0"/>
              </a:rPr>
              <a:t>Choose </a:t>
            </a:r>
          </a:p>
          <a:p>
            <a:r>
              <a:rPr lang="en-US" sz="1100" b="1" dirty="0">
                <a:latin typeface="Open Sans" panose="020B0606030504020204" pitchFamily="34" charset="0"/>
                <a:ea typeface="Open Sans" panose="020B0606030504020204" pitchFamily="34" charset="0"/>
                <a:cs typeface="Open Sans" panose="020B0606030504020204" pitchFamily="34" charset="0"/>
              </a:rPr>
              <a:t>activities (What?)</a:t>
            </a:r>
          </a:p>
          <a:p>
            <a:r>
              <a:rPr lang="en-US" sz="1100" dirty="0">
                <a:latin typeface="Open Sans" panose="020B0606030504020204" pitchFamily="34" charset="0"/>
                <a:ea typeface="Open Sans" panose="020B0606030504020204" pitchFamily="34" charset="0"/>
                <a:cs typeface="Open Sans" panose="020B0606030504020204" pitchFamily="34" charset="0"/>
              </a:rPr>
              <a:t>Bug Fixing</a:t>
            </a:r>
          </a:p>
          <a:p>
            <a:r>
              <a:rPr lang="en-US" sz="1100" dirty="0">
                <a:latin typeface="Open Sans" panose="020B0606030504020204" pitchFamily="34" charset="0"/>
                <a:ea typeface="Open Sans" panose="020B0606030504020204" pitchFamily="34" charset="0"/>
                <a:cs typeface="Open Sans" panose="020B0606030504020204" pitchFamily="34" charset="0"/>
              </a:rPr>
              <a:t>Enhancement</a:t>
            </a:r>
          </a:p>
          <a:p>
            <a:r>
              <a:rPr lang="en-US" sz="1100" dirty="0">
                <a:latin typeface="Open Sans" panose="020B0606030504020204" pitchFamily="34" charset="0"/>
                <a:ea typeface="Open Sans" panose="020B0606030504020204" pitchFamily="34" charset="0"/>
                <a:cs typeface="Open Sans" panose="020B0606030504020204" pitchFamily="34" charset="0"/>
              </a:rPr>
              <a:t>Migration Configuration Management</a:t>
            </a:r>
          </a:p>
          <a:p>
            <a:r>
              <a:rPr lang="en-US" sz="1100" dirty="0">
                <a:latin typeface="Open Sans" panose="020B0606030504020204" pitchFamily="34" charset="0"/>
                <a:ea typeface="Open Sans" panose="020B0606030504020204" pitchFamily="34" charset="0"/>
                <a:cs typeface="Open Sans" panose="020B0606030504020204" pitchFamily="34" charset="0"/>
              </a:rPr>
              <a:t>Performance Tuning.</a:t>
            </a:r>
            <a:endParaRPr lang="en-MY" sz="1100" dirty="0">
              <a:latin typeface="Open Sans" panose="020B0606030504020204" pitchFamily="34" charset="0"/>
              <a:ea typeface="Open Sans" panose="020B0606030504020204" pitchFamily="34" charset="0"/>
              <a:cs typeface="Open Sans" panose="020B0606030504020204" pitchFamily="34" charset="0"/>
            </a:endParaRPr>
          </a:p>
        </p:txBody>
      </p:sp>
      <p:sp>
        <p:nvSpPr>
          <p:cNvPr id="1039466" name="TextBox 1039465">
            <a:extLst>
              <a:ext uri="{FF2B5EF4-FFF2-40B4-BE49-F238E27FC236}">
                <a16:creationId xmlns:a16="http://schemas.microsoft.com/office/drawing/2014/main" id="{DDFF79FE-CF0C-C6E5-FE8B-8564DE0382B7}"/>
              </a:ext>
            </a:extLst>
          </p:cNvPr>
          <p:cNvSpPr txBox="1"/>
          <p:nvPr/>
        </p:nvSpPr>
        <p:spPr>
          <a:xfrm>
            <a:off x="6973891" y="1513578"/>
            <a:ext cx="1417475" cy="1277273"/>
          </a:xfrm>
          <a:prstGeom prst="rect">
            <a:avLst/>
          </a:prstGeom>
          <a:noFill/>
        </p:spPr>
        <p:txBody>
          <a:bodyPr wrap="square" rtlCol="0">
            <a:spAutoFit/>
          </a:bodyPr>
          <a:lstStyle/>
          <a:p>
            <a:r>
              <a:rPr lang="en-US" sz="1100" b="1" dirty="0">
                <a:latin typeface="Open Sans" panose="020B0606030504020204" pitchFamily="34" charset="0"/>
                <a:ea typeface="Open Sans" panose="020B0606030504020204" pitchFamily="34" charset="0"/>
                <a:cs typeface="Open Sans" panose="020B0606030504020204" pitchFamily="34" charset="0"/>
              </a:rPr>
              <a:t>Execute selected</a:t>
            </a:r>
          </a:p>
          <a:p>
            <a:r>
              <a:rPr lang="en-US" sz="1100" b="1" dirty="0">
                <a:latin typeface="Open Sans" panose="020B0606030504020204" pitchFamily="34" charset="0"/>
                <a:ea typeface="Open Sans" panose="020B0606030504020204" pitchFamily="34" charset="0"/>
                <a:cs typeface="Open Sans" panose="020B0606030504020204" pitchFamily="34" charset="0"/>
              </a:rPr>
              <a:t>Activities</a:t>
            </a:r>
          </a:p>
          <a:p>
            <a:r>
              <a:rPr lang="en-US" sz="1100" dirty="0">
                <a:latin typeface="Open Sans" panose="020B0606030504020204" pitchFamily="34" charset="0"/>
                <a:ea typeface="Open Sans" panose="020B0606030504020204" pitchFamily="34" charset="0"/>
                <a:cs typeface="Open Sans" panose="020B0606030504020204" pitchFamily="34" charset="0"/>
              </a:rPr>
              <a:t>Analyze,</a:t>
            </a:r>
          </a:p>
          <a:p>
            <a:r>
              <a:rPr lang="en-US" sz="1100" dirty="0">
                <a:latin typeface="Open Sans" panose="020B0606030504020204" pitchFamily="34" charset="0"/>
                <a:ea typeface="Open Sans" panose="020B0606030504020204" pitchFamily="34" charset="0"/>
                <a:cs typeface="Open Sans" panose="020B0606030504020204" pitchFamily="34" charset="0"/>
              </a:rPr>
              <a:t>Design,</a:t>
            </a:r>
          </a:p>
          <a:p>
            <a:r>
              <a:rPr lang="en-US" sz="1100" dirty="0">
                <a:latin typeface="Open Sans" panose="020B0606030504020204" pitchFamily="34" charset="0"/>
                <a:ea typeface="Open Sans" panose="020B0606030504020204" pitchFamily="34" charset="0"/>
                <a:cs typeface="Open Sans" panose="020B0606030504020204" pitchFamily="34" charset="0"/>
              </a:rPr>
              <a:t>Implement</a:t>
            </a:r>
          </a:p>
          <a:p>
            <a:r>
              <a:rPr lang="en-US" sz="1100" dirty="0">
                <a:latin typeface="Open Sans" panose="020B0606030504020204" pitchFamily="34" charset="0"/>
                <a:ea typeface="Open Sans" panose="020B0606030504020204" pitchFamily="34" charset="0"/>
                <a:cs typeface="Open Sans" panose="020B0606030504020204" pitchFamily="34" charset="0"/>
              </a:rPr>
              <a:t>Test</a:t>
            </a:r>
          </a:p>
          <a:p>
            <a:endParaRPr lang="en-US" sz="1100" b="1"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987016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B1C01-7B24-71D3-26BD-DD529F2D9B7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1CCFA6C-E054-FDAF-6578-3784613183A3}"/>
              </a:ext>
            </a:extLst>
          </p:cNvPr>
          <p:cNvSpPr>
            <a:spLocks noGrp="1" noChangeArrowheads="1"/>
          </p:cNvSpPr>
          <p:nvPr>
            <p:ph type="body" idx="4294967295"/>
          </p:nvPr>
        </p:nvSpPr>
        <p:spPr>
          <a:xfrm>
            <a:off x="6798326" y="1817497"/>
            <a:ext cx="1758950" cy="750887"/>
          </a:xfrm>
          <a:noFill/>
        </p:spPr>
        <p:txBody>
          <a:bodyPr/>
          <a:lstStyle/>
          <a:p>
            <a:pPr marL="0" indent="0">
              <a:buNone/>
              <a:tabLst>
                <a:tab pos="344488" algn="l"/>
              </a:tabLst>
            </a:pPr>
            <a:r>
              <a:rPr lang="en-US" altLang="en-US" sz="800" b="1" dirty="0"/>
              <a:t>Disposal</a:t>
            </a:r>
            <a:r>
              <a:rPr lang="en-US" altLang="en-US" sz="800" dirty="0"/>
              <a:t>: Retire the software due to obsolescence, cost inefficiency, or system replacement.</a:t>
            </a:r>
          </a:p>
        </p:txBody>
      </p:sp>
      <p:pic>
        <p:nvPicPr>
          <p:cNvPr id="3" name="Picture 2">
            <a:extLst>
              <a:ext uri="{FF2B5EF4-FFF2-40B4-BE49-F238E27FC236}">
                <a16:creationId xmlns:a16="http://schemas.microsoft.com/office/drawing/2014/main" id="{6856D8A0-A441-96BF-369E-C2EB07606C16}"/>
              </a:ext>
            </a:extLst>
          </p:cNvPr>
          <p:cNvPicPr>
            <a:picLocks noChangeAspect="1"/>
          </p:cNvPicPr>
          <p:nvPr/>
        </p:nvPicPr>
        <p:blipFill>
          <a:blip r:embed="rId3"/>
          <a:srcRect t="4759"/>
          <a:stretch/>
        </p:blipFill>
        <p:spPr>
          <a:xfrm>
            <a:off x="2481174" y="1770568"/>
            <a:ext cx="4295775" cy="1801262"/>
          </a:xfrm>
          <a:prstGeom prst="rect">
            <a:avLst/>
          </a:prstGeom>
        </p:spPr>
      </p:pic>
      <p:sp>
        <p:nvSpPr>
          <p:cNvPr id="2" name="Rectangle 3">
            <a:extLst>
              <a:ext uri="{FF2B5EF4-FFF2-40B4-BE49-F238E27FC236}">
                <a16:creationId xmlns:a16="http://schemas.microsoft.com/office/drawing/2014/main" id="{0DB3C750-9FD2-7D86-3D2B-40A46D164B11}"/>
              </a:ext>
            </a:extLst>
          </p:cNvPr>
          <p:cNvSpPr txBox="1">
            <a:spLocks noChangeArrowheads="1"/>
          </p:cNvSpPr>
          <p:nvPr/>
        </p:nvSpPr>
        <p:spPr>
          <a:xfrm>
            <a:off x="6798336" y="2935452"/>
            <a:ext cx="1758940" cy="57967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200"/>
              <a:buFont typeface="Nunito Light"/>
              <a:buNone/>
              <a:tabLst>
                <a:tab pos="344488" algn="l"/>
              </a:tabLst>
              <a:defRPr sz="1000">
                <a:solidFill>
                  <a:schemeClr val="dk1"/>
                </a:solidFill>
                <a:latin typeface="Open Sans"/>
                <a:ea typeface="Open Sans"/>
                <a:cs typeface="Open Sans"/>
                <a:sym typeface="Open Sans"/>
              </a:defRPr>
            </a:lvl1pPr>
            <a:lvl2pPr marL="914400" indent="-304800">
              <a:buClr>
                <a:schemeClr val="dk1"/>
              </a:buClr>
              <a:buSzPts val="1200"/>
              <a:buFont typeface="Nunito Light"/>
              <a:buChar char="○"/>
              <a:defRPr sz="1200">
                <a:solidFill>
                  <a:schemeClr val="dk1"/>
                </a:solidFill>
                <a:latin typeface="Open Sans"/>
                <a:ea typeface="Open Sans"/>
                <a:cs typeface="Open Sans"/>
                <a:sym typeface="Open Sans"/>
              </a:defRPr>
            </a:lvl2pPr>
            <a:lvl3pPr marL="1371600" indent="-304800">
              <a:buClr>
                <a:schemeClr val="dk1"/>
              </a:buClr>
              <a:buSzPts val="1200"/>
              <a:buFont typeface="Nunito Light"/>
              <a:buChar char="■"/>
              <a:defRPr sz="1200">
                <a:solidFill>
                  <a:schemeClr val="dk1"/>
                </a:solidFill>
                <a:latin typeface="Open Sans"/>
                <a:ea typeface="Open Sans"/>
                <a:cs typeface="Open Sans"/>
                <a:sym typeface="Open Sans"/>
              </a:defRPr>
            </a:lvl3pPr>
            <a:lvl4pPr marL="1828800" indent="-304800">
              <a:buClr>
                <a:schemeClr val="dk1"/>
              </a:buClr>
              <a:buSzPts val="1200"/>
              <a:buFont typeface="Nunito Light"/>
              <a:buChar char="●"/>
              <a:defRPr sz="1200">
                <a:solidFill>
                  <a:schemeClr val="dk1"/>
                </a:solidFill>
                <a:latin typeface="Open Sans"/>
                <a:ea typeface="Open Sans"/>
                <a:cs typeface="Open Sans"/>
                <a:sym typeface="Open Sans"/>
              </a:defRPr>
            </a:lvl4pPr>
            <a:lvl5pPr marL="2286000" indent="-304800">
              <a:buClr>
                <a:schemeClr val="dk1"/>
              </a:buClr>
              <a:buSzPts val="1200"/>
              <a:buFont typeface="Nunito Light"/>
              <a:buChar char="○"/>
              <a:defRPr sz="1200">
                <a:solidFill>
                  <a:schemeClr val="dk1"/>
                </a:solidFill>
                <a:latin typeface="Open Sans"/>
                <a:ea typeface="Open Sans"/>
                <a:cs typeface="Open Sans"/>
                <a:sym typeface="Open Sans"/>
              </a:defRPr>
            </a:lvl5pPr>
            <a:lvl6pPr marL="2743200" indent="-304800">
              <a:buClr>
                <a:schemeClr val="dk1"/>
              </a:buClr>
              <a:buSzPts val="1200"/>
              <a:buFont typeface="Nunito Light"/>
              <a:buChar char="■"/>
              <a:defRPr sz="1200">
                <a:solidFill>
                  <a:schemeClr val="dk1"/>
                </a:solidFill>
                <a:latin typeface="Open Sans"/>
                <a:ea typeface="Open Sans"/>
                <a:cs typeface="Open Sans"/>
                <a:sym typeface="Open Sans"/>
              </a:defRPr>
            </a:lvl6pPr>
            <a:lvl7pPr marL="3200400" indent="-304800">
              <a:buClr>
                <a:schemeClr val="dk1"/>
              </a:buClr>
              <a:buSzPts val="1200"/>
              <a:buFont typeface="Nunito Light"/>
              <a:buChar char="●"/>
              <a:defRPr sz="1200">
                <a:solidFill>
                  <a:schemeClr val="dk1"/>
                </a:solidFill>
                <a:latin typeface="Open Sans"/>
                <a:ea typeface="Open Sans"/>
                <a:cs typeface="Open Sans"/>
                <a:sym typeface="Open Sans"/>
              </a:defRPr>
            </a:lvl7pPr>
            <a:lvl8pPr marL="3657600" indent="-304800">
              <a:buClr>
                <a:schemeClr val="dk1"/>
              </a:buClr>
              <a:buSzPts val="1200"/>
              <a:buFont typeface="Nunito Light"/>
              <a:buChar char="○"/>
              <a:defRPr sz="1200">
                <a:solidFill>
                  <a:schemeClr val="dk1"/>
                </a:solidFill>
                <a:latin typeface="Open Sans"/>
                <a:ea typeface="Open Sans"/>
                <a:cs typeface="Open Sans"/>
                <a:sym typeface="Open Sans"/>
              </a:defRPr>
            </a:lvl8pPr>
            <a:lvl9pPr marL="4114800" indent="-304800">
              <a:buClr>
                <a:schemeClr val="dk1"/>
              </a:buClr>
              <a:buSzPts val="1200"/>
              <a:buFont typeface="Nunito Light"/>
              <a:buChar char="■"/>
              <a:defRPr sz="1200">
                <a:solidFill>
                  <a:schemeClr val="dk1"/>
                </a:solidFill>
                <a:latin typeface="Open Sans"/>
                <a:ea typeface="Open Sans"/>
                <a:cs typeface="Open Sans"/>
                <a:sym typeface="Open Sans"/>
              </a:defRPr>
            </a:lvl9pPr>
          </a:lstStyle>
          <a:p>
            <a:r>
              <a:rPr lang="en-US" sz="800" b="1" dirty="0"/>
              <a:t>Transition</a:t>
            </a:r>
            <a:r>
              <a:rPr lang="en-US" sz="800" dirty="0"/>
              <a:t>: Updated or migrated software ready for deployment.</a:t>
            </a:r>
            <a:endParaRPr lang="en-US" altLang="en-US" sz="800" dirty="0"/>
          </a:p>
        </p:txBody>
      </p:sp>
      <p:sp>
        <p:nvSpPr>
          <p:cNvPr id="5" name="Rectangle 3">
            <a:extLst>
              <a:ext uri="{FF2B5EF4-FFF2-40B4-BE49-F238E27FC236}">
                <a16:creationId xmlns:a16="http://schemas.microsoft.com/office/drawing/2014/main" id="{2B169A7E-D13F-8B62-A132-8214F3186A67}"/>
              </a:ext>
            </a:extLst>
          </p:cNvPr>
          <p:cNvSpPr txBox="1">
            <a:spLocks noChangeArrowheads="1"/>
          </p:cNvSpPr>
          <p:nvPr/>
        </p:nvSpPr>
        <p:spPr>
          <a:xfrm>
            <a:off x="775698" y="1817497"/>
            <a:ext cx="1758940" cy="75219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9pPr>
          </a:lstStyle>
          <a:p>
            <a:pPr marL="0" indent="0">
              <a:buFont typeface="Nunito Light"/>
              <a:buNone/>
              <a:tabLst>
                <a:tab pos="344488" algn="l"/>
              </a:tabLst>
            </a:pPr>
            <a:r>
              <a:rPr lang="en-US" altLang="en-US" sz="800" b="1" dirty="0"/>
              <a:t>Operation: </a:t>
            </a:r>
            <a:r>
              <a:rPr lang="en-US" altLang="en-US" sz="800" dirty="0"/>
              <a:t>Software in active use may require fixes, updates, or enhancements based on performance issues or user feedback.</a:t>
            </a:r>
          </a:p>
        </p:txBody>
      </p:sp>
      <p:sp>
        <p:nvSpPr>
          <p:cNvPr id="6" name="Rectangle 3">
            <a:extLst>
              <a:ext uri="{FF2B5EF4-FFF2-40B4-BE49-F238E27FC236}">
                <a16:creationId xmlns:a16="http://schemas.microsoft.com/office/drawing/2014/main" id="{1AB023ED-91F6-E185-F754-6E2FCC146B2B}"/>
              </a:ext>
            </a:extLst>
          </p:cNvPr>
          <p:cNvSpPr txBox="1">
            <a:spLocks noChangeArrowheads="1"/>
          </p:cNvSpPr>
          <p:nvPr/>
        </p:nvSpPr>
        <p:spPr>
          <a:xfrm>
            <a:off x="775698" y="2568384"/>
            <a:ext cx="1758940" cy="57967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buClr>
                <a:schemeClr val="dk1"/>
              </a:buClr>
              <a:buSzPts val="1200"/>
              <a:buFont typeface="Nunito Light"/>
              <a:buNone/>
              <a:tabLst>
                <a:tab pos="344488" algn="l"/>
              </a:tabLst>
              <a:defRPr sz="1000">
                <a:solidFill>
                  <a:schemeClr val="dk1"/>
                </a:solidFill>
                <a:latin typeface="Open Sans"/>
                <a:ea typeface="Open Sans"/>
                <a:cs typeface="Open Sans"/>
                <a:sym typeface="Open Sans"/>
              </a:defRPr>
            </a:lvl1pPr>
            <a:lvl2pPr marL="914400" indent="-304800">
              <a:buClr>
                <a:schemeClr val="dk1"/>
              </a:buClr>
              <a:buSzPts val="1200"/>
              <a:buFont typeface="Nunito Light"/>
              <a:buChar char="○"/>
              <a:defRPr sz="1200">
                <a:solidFill>
                  <a:schemeClr val="dk1"/>
                </a:solidFill>
                <a:latin typeface="Open Sans"/>
                <a:ea typeface="Open Sans"/>
                <a:cs typeface="Open Sans"/>
                <a:sym typeface="Open Sans"/>
              </a:defRPr>
            </a:lvl2pPr>
            <a:lvl3pPr marL="1371600" indent="-304800">
              <a:buClr>
                <a:schemeClr val="dk1"/>
              </a:buClr>
              <a:buSzPts val="1200"/>
              <a:buFont typeface="Nunito Light"/>
              <a:buChar char="■"/>
              <a:defRPr sz="1200">
                <a:solidFill>
                  <a:schemeClr val="dk1"/>
                </a:solidFill>
                <a:latin typeface="Open Sans"/>
                <a:ea typeface="Open Sans"/>
                <a:cs typeface="Open Sans"/>
                <a:sym typeface="Open Sans"/>
              </a:defRPr>
            </a:lvl3pPr>
            <a:lvl4pPr marL="1828800" indent="-304800">
              <a:buClr>
                <a:schemeClr val="dk1"/>
              </a:buClr>
              <a:buSzPts val="1200"/>
              <a:buFont typeface="Nunito Light"/>
              <a:buChar char="●"/>
              <a:defRPr sz="1200">
                <a:solidFill>
                  <a:schemeClr val="dk1"/>
                </a:solidFill>
                <a:latin typeface="Open Sans"/>
                <a:ea typeface="Open Sans"/>
                <a:cs typeface="Open Sans"/>
                <a:sym typeface="Open Sans"/>
              </a:defRPr>
            </a:lvl4pPr>
            <a:lvl5pPr marL="2286000" indent="-304800">
              <a:buClr>
                <a:schemeClr val="dk1"/>
              </a:buClr>
              <a:buSzPts val="1200"/>
              <a:buFont typeface="Nunito Light"/>
              <a:buChar char="○"/>
              <a:defRPr sz="1200">
                <a:solidFill>
                  <a:schemeClr val="dk1"/>
                </a:solidFill>
                <a:latin typeface="Open Sans"/>
                <a:ea typeface="Open Sans"/>
                <a:cs typeface="Open Sans"/>
                <a:sym typeface="Open Sans"/>
              </a:defRPr>
            </a:lvl5pPr>
            <a:lvl6pPr marL="2743200" indent="-304800">
              <a:buClr>
                <a:schemeClr val="dk1"/>
              </a:buClr>
              <a:buSzPts val="1200"/>
              <a:buFont typeface="Nunito Light"/>
              <a:buChar char="■"/>
              <a:defRPr sz="1200">
                <a:solidFill>
                  <a:schemeClr val="dk1"/>
                </a:solidFill>
                <a:latin typeface="Open Sans"/>
                <a:ea typeface="Open Sans"/>
                <a:cs typeface="Open Sans"/>
                <a:sym typeface="Open Sans"/>
              </a:defRPr>
            </a:lvl6pPr>
            <a:lvl7pPr marL="3200400" indent="-304800">
              <a:buClr>
                <a:schemeClr val="dk1"/>
              </a:buClr>
              <a:buSzPts val="1200"/>
              <a:buFont typeface="Nunito Light"/>
              <a:buChar char="●"/>
              <a:defRPr sz="1200">
                <a:solidFill>
                  <a:schemeClr val="dk1"/>
                </a:solidFill>
                <a:latin typeface="Open Sans"/>
                <a:ea typeface="Open Sans"/>
                <a:cs typeface="Open Sans"/>
                <a:sym typeface="Open Sans"/>
              </a:defRPr>
            </a:lvl7pPr>
            <a:lvl8pPr marL="3657600" indent="-304800">
              <a:buClr>
                <a:schemeClr val="dk1"/>
              </a:buClr>
              <a:buSzPts val="1200"/>
              <a:buFont typeface="Nunito Light"/>
              <a:buChar char="○"/>
              <a:defRPr sz="1200">
                <a:solidFill>
                  <a:schemeClr val="dk1"/>
                </a:solidFill>
                <a:latin typeface="Open Sans"/>
                <a:ea typeface="Open Sans"/>
                <a:cs typeface="Open Sans"/>
                <a:sym typeface="Open Sans"/>
              </a:defRPr>
            </a:lvl8pPr>
            <a:lvl9pPr marL="4114800" indent="-304800">
              <a:buClr>
                <a:schemeClr val="dk1"/>
              </a:buClr>
              <a:buSzPts val="1200"/>
              <a:buFont typeface="Nunito Light"/>
              <a:buChar char="■"/>
              <a:defRPr sz="1200">
                <a:solidFill>
                  <a:schemeClr val="dk1"/>
                </a:solidFill>
                <a:latin typeface="Open Sans"/>
                <a:ea typeface="Open Sans"/>
                <a:cs typeface="Open Sans"/>
                <a:sym typeface="Open Sans"/>
              </a:defRPr>
            </a:lvl9pPr>
          </a:lstStyle>
          <a:p>
            <a:r>
              <a:rPr lang="en-US" sz="800" b="1" dirty="0"/>
              <a:t>Development</a:t>
            </a:r>
            <a:r>
              <a:rPr lang="en-US" sz="800" dirty="0"/>
              <a:t>: New development efforts may identify maintenance needs for existing components (e.g., integration issues, platform upgrades).</a:t>
            </a:r>
            <a:endParaRPr lang="en-US" altLang="en-US" sz="800" dirty="0"/>
          </a:p>
        </p:txBody>
      </p:sp>
      <p:sp>
        <p:nvSpPr>
          <p:cNvPr id="10" name="Rectangle 3">
            <a:extLst>
              <a:ext uri="{FF2B5EF4-FFF2-40B4-BE49-F238E27FC236}">
                <a16:creationId xmlns:a16="http://schemas.microsoft.com/office/drawing/2014/main" id="{F5C54460-9236-1E96-51B3-FCB7A90FF4B5}"/>
              </a:ext>
            </a:extLst>
          </p:cNvPr>
          <p:cNvSpPr txBox="1">
            <a:spLocks noChangeArrowheads="1"/>
          </p:cNvSpPr>
          <p:nvPr/>
        </p:nvSpPr>
        <p:spPr>
          <a:xfrm>
            <a:off x="280701" y="3596672"/>
            <a:ext cx="3901440" cy="75219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9pPr>
          </a:lstStyle>
          <a:p>
            <a:pPr marL="0" indent="0">
              <a:buNone/>
            </a:pPr>
            <a:r>
              <a:rPr lang="en-US" sz="900" b="1" dirty="0"/>
              <a:t>c) Perform Logistic Support</a:t>
            </a:r>
          </a:p>
          <a:p>
            <a:pPr marL="0" indent="0">
              <a:buNone/>
            </a:pPr>
            <a:r>
              <a:rPr lang="en-US" sz="900" b="1" dirty="0"/>
              <a:t>Input</a:t>
            </a:r>
            <a:r>
              <a:rPr lang="en-US" sz="900" dirty="0"/>
              <a:t>: Updated software and resources for deployment.</a:t>
            </a:r>
          </a:p>
          <a:p>
            <a:pPr marL="0" indent="0">
              <a:buNone/>
            </a:pPr>
            <a:r>
              <a:rPr lang="en-US" sz="900" b="1" dirty="0"/>
              <a:t>Activities</a:t>
            </a:r>
            <a:r>
              <a:rPr lang="en-US" sz="900" dirty="0"/>
              <a:t>:</a:t>
            </a:r>
          </a:p>
          <a:p>
            <a:pPr marL="284163" indent="-171450">
              <a:buClr>
                <a:srgbClr val="000000"/>
              </a:buClr>
              <a:buFont typeface="Arial" panose="020B0604020202020204" pitchFamily="34" charset="0"/>
              <a:buChar char="•"/>
            </a:pPr>
            <a:r>
              <a:rPr lang="en-US" sz="9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Managing tools, environments, and resource coordination.</a:t>
            </a:r>
          </a:p>
          <a:p>
            <a:pPr marL="284163" indent="-171450">
              <a:buClr>
                <a:srgbClr val="000000"/>
              </a:buClr>
              <a:buFont typeface="Arial" panose="020B0604020202020204" pitchFamily="34" charset="0"/>
              <a:buChar char="•"/>
            </a:pPr>
            <a:r>
              <a:rPr lang="en-US" sz="9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Handling configuration and version control for changes.</a:t>
            </a:r>
          </a:p>
          <a:p>
            <a:pPr marL="284163" indent="-171450">
              <a:buClr>
                <a:srgbClr val="000000"/>
              </a:buClr>
              <a:buFont typeface="Arial" panose="020B0604020202020204" pitchFamily="34" charset="0"/>
              <a:buChar char="•"/>
            </a:pPr>
            <a:r>
              <a:rPr lang="en-US" sz="9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Providing user training, if required, for updated or migrated software.</a:t>
            </a:r>
          </a:p>
          <a:p>
            <a:pPr marL="284163" indent="-171450">
              <a:buClr>
                <a:srgbClr val="000000"/>
              </a:buClr>
              <a:buFont typeface="Arial" panose="020B0604020202020204" pitchFamily="34" charset="0"/>
              <a:buChar char="•"/>
            </a:pPr>
            <a:r>
              <a:rPr lang="en-US" sz="900"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Arial"/>
              </a:rPr>
              <a:t>Coordinating with stakeholders to ensure smooth transitions.</a:t>
            </a:r>
          </a:p>
          <a:p>
            <a:pPr marL="0" indent="0">
              <a:buClr>
                <a:srgbClr val="000000"/>
              </a:buClr>
              <a:buNone/>
            </a:pPr>
            <a:r>
              <a:rPr lang="en-US" sz="900" b="1" dirty="0"/>
              <a:t>Outcome</a:t>
            </a:r>
            <a:r>
              <a:rPr lang="en-US" sz="900" dirty="0"/>
              <a:t>: Deployment-ready software supported by updated infrastructure and processes.</a:t>
            </a:r>
          </a:p>
        </p:txBody>
      </p:sp>
      <p:sp>
        <p:nvSpPr>
          <p:cNvPr id="14" name="TextBox 13">
            <a:extLst>
              <a:ext uri="{FF2B5EF4-FFF2-40B4-BE49-F238E27FC236}">
                <a16:creationId xmlns:a16="http://schemas.microsoft.com/office/drawing/2014/main" id="{4AEA9772-AE37-7FA4-BD59-917FCE81B59F}"/>
              </a:ext>
            </a:extLst>
          </p:cNvPr>
          <p:cNvSpPr txBox="1"/>
          <p:nvPr/>
        </p:nvSpPr>
        <p:spPr>
          <a:xfrm>
            <a:off x="394112" y="384127"/>
            <a:ext cx="4177887" cy="1338828"/>
          </a:xfrm>
          <a:prstGeom prst="rect">
            <a:avLst/>
          </a:prstGeom>
          <a:noFill/>
        </p:spPr>
        <p:txBody>
          <a:bodyPr wrap="square">
            <a:spAutoFit/>
          </a:bodyPr>
          <a:lstStyle/>
          <a:p>
            <a:r>
              <a:rPr lang="en-US" sz="900" b="1" dirty="0">
                <a:latin typeface="Open Sans" panose="020B0606030504020204" pitchFamily="34" charset="0"/>
                <a:ea typeface="Open Sans" panose="020B0606030504020204" pitchFamily="34" charset="0"/>
                <a:cs typeface="Open Sans" panose="020B0606030504020204" pitchFamily="34" charset="0"/>
              </a:rPr>
              <a:t>a) Prepare for Maintenance</a:t>
            </a:r>
          </a:p>
          <a:p>
            <a:r>
              <a:rPr lang="en-US" sz="900" b="1" dirty="0">
                <a:latin typeface="Open Sans" panose="020B0606030504020204" pitchFamily="34" charset="0"/>
                <a:ea typeface="Open Sans" panose="020B0606030504020204" pitchFamily="34" charset="0"/>
                <a:cs typeface="Open Sans" panose="020B0606030504020204" pitchFamily="34" charset="0"/>
              </a:rPr>
              <a:t>Input</a:t>
            </a:r>
            <a:r>
              <a:rPr lang="en-US" sz="900" dirty="0">
                <a:latin typeface="Open Sans" panose="020B0606030504020204" pitchFamily="34" charset="0"/>
                <a:ea typeface="Open Sans" panose="020B0606030504020204" pitchFamily="34" charset="0"/>
                <a:cs typeface="Open Sans" panose="020B0606030504020204" pitchFamily="34" charset="0"/>
              </a:rPr>
              <a:t>: Maintenance request, system documentation, and resource requirements.</a:t>
            </a:r>
          </a:p>
          <a:p>
            <a:r>
              <a:rPr lang="en-US" sz="900" b="1" dirty="0">
                <a:latin typeface="Open Sans" panose="020B0606030504020204" pitchFamily="34" charset="0"/>
                <a:ea typeface="Open Sans" panose="020B0606030504020204" pitchFamily="34" charset="0"/>
                <a:cs typeface="Open Sans" panose="020B0606030504020204" pitchFamily="34" charset="0"/>
              </a:rPr>
              <a:t>Activities</a:t>
            </a:r>
            <a:r>
              <a:rPr lang="en-US" sz="900" dirty="0">
                <a:latin typeface="Open Sans" panose="020B0606030504020204" pitchFamily="34" charset="0"/>
                <a:ea typeface="Open Sans" panose="020B0606030504020204" pitchFamily="34" charset="0"/>
                <a:cs typeface="Open Sans" panose="020B0606030504020204" pitchFamily="34" charset="0"/>
              </a:rPr>
              <a:t>:</a:t>
            </a:r>
          </a:p>
          <a:p>
            <a:pPr marL="227013" indent="-114300">
              <a:buFont typeface="Arial" panose="020B0604020202020204" pitchFamily="34" charset="0"/>
              <a:buChar char="•"/>
            </a:pPr>
            <a:r>
              <a:rPr lang="en-US" sz="900" dirty="0">
                <a:latin typeface="Open Sans" panose="020B0606030504020204" pitchFamily="34" charset="0"/>
                <a:ea typeface="Open Sans" panose="020B0606030504020204" pitchFamily="34" charset="0"/>
                <a:cs typeface="Open Sans" panose="020B0606030504020204" pitchFamily="34" charset="0"/>
              </a:rPr>
              <a:t>Reviewing existing documentation to understand the system.</a:t>
            </a:r>
          </a:p>
          <a:p>
            <a:pPr marL="227013" indent="-114300">
              <a:buFont typeface="Arial" panose="020B0604020202020204" pitchFamily="34" charset="0"/>
              <a:buChar char="•"/>
            </a:pPr>
            <a:r>
              <a:rPr lang="en-US" sz="900" dirty="0">
                <a:latin typeface="Open Sans" panose="020B0606030504020204" pitchFamily="34" charset="0"/>
                <a:ea typeface="Open Sans" panose="020B0606030504020204" pitchFamily="34" charset="0"/>
                <a:cs typeface="Open Sans" panose="020B0606030504020204" pitchFamily="34" charset="0"/>
              </a:rPr>
              <a:t>Planning maintenance tasks, resources, tools, and procedures.</a:t>
            </a:r>
          </a:p>
          <a:p>
            <a:pPr marL="227013" indent="-114300">
              <a:buFont typeface="Arial" panose="020B0604020202020204" pitchFamily="34" charset="0"/>
              <a:buChar char="•"/>
            </a:pPr>
            <a:r>
              <a:rPr lang="en-US" sz="900" dirty="0">
                <a:latin typeface="Open Sans" panose="020B0606030504020204" pitchFamily="34" charset="0"/>
                <a:ea typeface="Open Sans" panose="020B0606030504020204" pitchFamily="34" charset="0"/>
                <a:cs typeface="Open Sans" panose="020B0606030504020204" pitchFamily="34" charset="0"/>
              </a:rPr>
              <a:t>Setting up infrastructure for implementation (e.g., development/testing environments).</a:t>
            </a:r>
          </a:p>
          <a:p>
            <a:r>
              <a:rPr lang="en-US" sz="900" b="1" dirty="0">
                <a:latin typeface="Open Sans" panose="020B0606030504020204" pitchFamily="34" charset="0"/>
                <a:ea typeface="Open Sans" panose="020B0606030504020204" pitchFamily="34" charset="0"/>
                <a:cs typeface="Open Sans" panose="020B0606030504020204" pitchFamily="34" charset="0"/>
              </a:rPr>
              <a:t>Outcome</a:t>
            </a:r>
            <a:r>
              <a:rPr lang="en-US" sz="900" dirty="0">
                <a:latin typeface="Open Sans" panose="020B0606030504020204" pitchFamily="34" charset="0"/>
                <a:ea typeface="Open Sans" panose="020B0606030504020204" pitchFamily="34" charset="0"/>
                <a:cs typeface="Open Sans" panose="020B0606030504020204" pitchFamily="34" charset="0"/>
              </a:rPr>
              <a:t>: </a:t>
            </a:r>
            <a:r>
              <a:rPr lang="en-US" sz="900" b="1" dirty="0">
                <a:latin typeface="Open Sans" panose="020B0606030504020204" pitchFamily="34" charset="0"/>
                <a:ea typeface="Open Sans" panose="020B0606030504020204" pitchFamily="34" charset="0"/>
                <a:cs typeface="Open Sans" panose="020B0606030504020204" pitchFamily="34" charset="0"/>
              </a:rPr>
              <a:t>Maintenance plan</a:t>
            </a:r>
            <a:r>
              <a:rPr lang="en-US" sz="900" dirty="0">
                <a:latin typeface="Open Sans" panose="020B0606030504020204" pitchFamily="34" charset="0"/>
                <a:ea typeface="Open Sans" panose="020B0606030504020204" pitchFamily="34" charset="0"/>
                <a:cs typeface="Open Sans" panose="020B0606030504020204" pitchFamily="34" charset="0"/>
              </a:rPr>
              <a:t> with well-defined objectives and resources.</a:t>
            </a:r>
          </a:p>
        </p:txBody>
      </p:sp>
      <p:sp>
        <p:nvSpPr>
          <p:cNvPr id="15" name="TextBox 14">
            <a:extLst>
              <a:ext uri="{FF2B5EF4-FFF2-40B4-BE49-F238E27FC236}">
                <a16:creationId xmlns:a16="http://schemas.microsoft.com/office/drawing/2014/main" id="{D11FA725-762A-7178-7159-FECCC16D238E}"/>
              </a:ext>
            </a:extLst>
          </p:cNvPr>
          <p:cNvSpPr txBox="1"/>
          <p:nvPr/>
        </p:nvSpPr>
        <p:spPr>
          <a:xfrm>
            <a:off x="5082362" y="445403"/>
            <a:ext cx="3749749" cy="1200329"/>
          </a:xfrm>
          <a:prstGeom prst="rect">
            <a:avLst/>
          </a:prstGeom>
          <a:noFill/>
        </p:spPr>
        <p:txBody>
          <a:bodyPr wrap="square">
            <a:spAutoFit/>
          </a:bodyPr>
          <a:lstStyle/>
          <a:p>
            <a:r>
              <a:rPr lang="en-US" sz="900" b="1" dirty="0">
                <a:latin typeface="Open Sans" panose="020B0606030504020204" pitchFamily="34" charset="0"/>
                <a:ea typeface="Open Sans" panose="020B0606030504020204" pitchFamily="34" charset="0"/>
                <a:cs typeface="Open Sans" panose="020B0606030504020204" pitchFamily="34" charset="0"/>
              </a:rPr>
              <a:t>b) Perform Maintenance</a:t>
            </a:r>
          </a:p>
          <a:p>
            <a:r>
              <a:rPr lang="en-US" sz="900" b="1" dirty="0">
                <a:latin typeface="Open Sans" panose="020B0606030504020204" pitchFamily="34" charset="0"/>
                <a:ea typeface="Open Sans" panose="020B0606030504020204" pitchFamily="34" charset="0"/>
                <a:cs typeface="Open Sans" panose="020B0606030504020204" pitchFamily="34" charset="0"/>
              </a:rPr>
              <a:t>Input</a:t>
            </a:r>
            <a:r>
              <a:rPr lang="en-US" sz="900" dirty="0">
                <a:latin typeface="Open Sans" panose="020B0606030504020204" pitchFamily="34" charset="0"/>
                <a:ea typeface="Open Sans" panose="020B0606030504020204" pitchFamily="34" charset="0"/>
                <a:cs typeface="Open Sans" panose="020B0606030504020204" pitchFamily="34" charset="0"/>
              </a:rPr>
              <a:t>: Maintenance plan, software system, tools, and identified issues.</a:t>
            </a:r>
          </a:p>
          <a:p>
            <a:r>
              <a:rPr lang="en-US" sz="900" b="1" dirty="0">
                <a:latin typeface="Open Sans" panose="020B0606030504020204" pitchFamily="34" charset="0"/>
                <a:ea typeface="Open Sans" panose="020B0606030504020204" pitchFamily="34" charset="0"/>
                <a:cs typeface="Open Sans" panose="020B0606030504020204" pitchFamily="34" charset="0"/>
              </a:rPr>
              <a:t>Activities</a:t>
            </a:r>
            <a:r>
              <a:rPr lang="en-US" sz="900" dirty="0">
                <a:latin typeface="Open Sans" panose="020B0606030504020204" pitchFamily="34" charset="0"/>
                <a:ea typeface="Open Sans" panose="020B0606030504020204" pitchFamily="34" charset="0"/>
                <a:cs typeface="Open Sans" panose="020B0606030504020204" pitchFamily="34" charset="0"/>
              </a:rPr>
              <a:t>:</a:t>
            </a:r>
          </a:p>
          <a:p>
            <a:pPr marL="227013" indent="-114300">
              <a:buFont typeface="Arial" panose="020B0604020202020204" pitchFamily="34" charset="0"/>
              <a:buChar char="•"/>
            </a:pPr>
            <a:r>
              <a:rPr lang="en-US" sz="900" dirty="0">
                <a:latin typeface="Open Sans" panose="020B0606030504020204" pitchFamily="34" charset="0"/>
                <a:ea typeface="Open Sans" panose="020B0606030504020204" pitchFamily="34" charset="0"/>
                <a:cs typeface="Open Sans" panose="020B0606030504020204" pitchFamily="34" charset="0"/>
              </a:rPr>
              <a:t>Implementing the planned changes, such as:</a:t>
            </a:r>
          </a:p>
          <a:p>
            <a:pPr marL="398462" lvl="3" indent="-171450">
              <a:buFont typeface="Courier New" panose="02070309020205020404" pitchFamily="49" charset="0"/>
              <a:buChar char="o"/>
            </a:pPr>
            <a:r>
              <a:rPr lang="en-US" sz="900" dirty="0">
                <a:latin typeface="Open Sans" panose="020B0606030504020204" pitchFamily="34" charset="0"/>
                <a:ea typeface="Open Sans" panose="020B0606030504020204" pitchFamily="34" charset="0"/>
                <a:cs typeface="Open Sans" panose="020B0606030504020204" pitchFamily="34" charset="0"/>
              </a:rPr>
              <a:t>Corrective, Adaptive, Perfective, Preventive maintenance</a:t>
            </a:r>
          </a:p>
          <a:p>
            <a:pPr marL="227013" indent="-114300">
              <a:buFont typeface="Arial" panose="020B0604020202020204" pitchFamily="34" charset="0"/>
              <a:buChar char="•"/>
            </a:pPr>
            <a:r>
              <a:rPr lang="en-US" sz="900" dirty="0">
                <a:latin typeface="Open Sans" panose="020B0606030504020204" pitchFamily="34" charset="0"/>
                <a:ea typeface="Open Sans" panose="020B0606030504020204" pitchFamily="34" charset="0"/>
                <a:cs typeface="Open Sans" panose="020B0606030504020204" pitchFamily="34" charset="0"/>
              </a:rPr>
              <a:t>Testing and verifying changes to ensure correctness.</a:t>
            </a:r>
          </a:p>
          <a:p>
            <a:pPr>
              <a:buFont typeface="Arial" panose="020B0604020202020204" pitchFamily="34" charset="0"/>
              <a:buChar char="•"/>
            </a:pPr>
            <a:r>
              <a:rPr lang="en-US" sz="900" b="1" dirty="0">
                <a:latin typeface="Open Sans" panose="020B0606030504020204" pitchFamily="34" charset="0"/>
                <a:ea typeface="Open Sans" panose="020B0606030504020204" pitchFamily="34" charset="0"/>
                <a:cs typeface="Open Sans" panose="020B0606030504020204" pitchFamily="34" charset="0"/>
              </a:rPr>
              <a:t>Outcome</a:t>
            </a:r>
            <a:r>
              <a:rPr lang="en-US" sz="900" dirty="0">
                <a:latin typeface="Open Sans" panose="020B0606030504020204" pitchFamily="34" charset="0"/>
                <a:ea typeface="Open Sans" panose="020B0606030504020204" pitchFamily="34" charset="0"/>
                <a:cs typeface="Open Sans" panose="020B0606030504020204" pitchFamily="34" charset="0"/>
              </a:rPr>
              <a:t>: Updated software ready for deployment.</a:t>
            </a:r>
          </a:p>
        </p:txBody>
      </p:sp>
      <p:sp>
        <p:nvSpPr>
          <p:cNvPr id="16" name="Rectangle 3">
            <a:extLst>
              <a:ext uri="{FF2B5EF4-FFF2-40B4-BE49-F238E27FC236}">
                <a16:creationId xmlns:a16="http://schemas.microsoft.com/office/drawing/2014/main" id="{9DCBA773-6B49-44AC-6969-61E04CDFF20B}"/>
              </a:ext>
            </a:extLst>
          </p:cNvPr>
          <p:cNvSpPr txBox="1">
            <a:spLocks noChangeArrowheads="1"/>
          </p:cNvSpPr>
          <p:nvPr/>
        </p:nvSpPr>
        <p:spPr>
          <a:xfrm>
            <a:off x="4572000" y="3611610"/>
            <a:ext cx="4457843" cy="75219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1pPr>
            <a:lvl2pPr marL="914400" marR="0" lvl="1"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2pPr>
            <a:lvl3pPr marL="1371600" marR="0" lvl="2"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3pPr>
            <a:lvl4pPr marL="1828800" marR="0" lvl="3"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4pPr>
            <a:lvl5pPr marL="2286000" marR="0" lvl="4"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5pPr>
            <a:lvl6pPr marL="2743200" marR="0" lvl="5"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6pPr>
            <a:lvl7pPr marL="3200400" marR="0" lvl="6"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7pPr>
            <a:lvl8pPr marL="3657600" marR="0" lvl="7"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8pPr>
            <a:lvl9pPr marL="4114800" marR="0" lvl="8"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Open Sans"/>
                <a:ea typeface="Open Sans"/>
                <a:cs typeface="Open Sans"/>
                <a:sym typeface="Open Sans"/>
              </a:defRPr>
            </a:lvl9pPr>
          </a:lstStyle>
          <a:p>
            <a:pPr marL="0" indent="0">
              <a:buNone/>
            </a:pPr>
            <a:r>
              <a:rPr lang="en-US" sz="900" b="1" dirty="0"/>
              <a:t>d) Manage Results of Maintenance and Logistics</a:t>
            </a:r>
          </a:p>
          <a:p>
            <a:pPr marL="0" indent="0">
              <a:buNone/>
            </a:pPr>
            <a:r>
              <a:rPr lang="en-US" sz="900" b="1" dirty="0"/>
              <a:t>Input</a:t>
            </a:r>
            <a:r>
              <a:rPr lang="en-US" sz="900" dirty="0"/>
              <a:t>: Post-maintenance data, test results, and performance reports.</a:t>
            </a:r>
          </a:p>
          <a:p>
            <a:pPr marL="0" indent="0">
              <a:buNone/>
            </a:pPr>
            <a:r>
              <a:rPr lang="en-US" sz="900" b="1" dirty="0"/>
              <a:t>Activities</a:t>
            </a:r>
            <a:r>
              <a:rPr lang="en-US" sz="900" dirty="0"/>
              <a:t>:</a:t>
            </a:r>
          </a:p>
          <a:p>
            <a:pPr marL="284163" lvl="2" indent="-171450">
              <a:buFont typeface="Arial" panose="020B0604020202020204" pitchFamily="34" charset="0"/>
              <a:buChar char="•"/>
            </a:pPr>
            <a:r>
              <a:rPr lang="en-US" sz="900" dirty="0"/>
              <a:t>Documenting all changes, including bug fixes, enhancements, and test outcomes.</a:t>
            </a:r>
          </a:p>
          <a:p>
            <a:pPr marL="284163" lvl="2" indent="-171450">
              <a:buFont typeface="Arial" panose="020B0604020202020204" pitchFamily="34" charset="0"/>
              <a:buChar char="•"/>
            </a:pPr>
            <a:r>
              <a:rPr lang="en-US" sz="900" dirty="0"/>
              <a:t>Evaluating maintenance effectiveness through feedback and quality assurance processes.</a:t>
            </a:r>
          </a:p>
          <a:p>
            <a:pPr marL="284163" lvl="2" indent="-171450">
              <a:buFont typeface="Arial" panose="020B0604020202020204" pitchFamily="34" charset="0"/>
              <a:buChar char="•"/>
            </a:pPr>
            <a:r>
              <a:rPr lang="en-US" sz="900" dirty="0"/>
              <a:t>Maintaining historical records for future reference.</a:t>
            </a:r>
          </a:p>
          <a:p>
            <a:pPr marL="0" indent="0">
              <a:buNone/>
            </a:pPr>
            <a:r>
              <a:rPr lang="en-US" sz="900" b="1" dirty="0"/>
              <a:t>Outcome</a:t>
            </a:r>
            <a:r>
              <a:rPr lang="en-US" sz="900" dirty="0"/>
              <a:t>: Comprehensive </a:t>
            </a:r>
            <a:r>
              <a:rPr lang="en-US" sz="900" b="1" dirty="0"/>
              <a:t>maintenance documentation</a:t>
            </a:r>
            <a:r>
              <a:rPr lang="en-US" sz="900" dirty="0"/>
              <a:t> and insights for process improvement.</a:t>
            </a:r>
          </a:p>
        </p:txBody>
      </p:sp>
      <p:sp>
        <p:nvSpPr>
          <p:cNvPr id="17" name="Rectangle 2">
            <a:extLst>
              <a:ext uri="{FF2B5EF4-FFF2-40B4-BE49-F238E27FC236}">
                <a16:creationId xmlns:a16="http://schemas.microsoft.com/office/drawing/2014/main" id="{A8075DDC-4F99-D66A-44EE-731EB7B7C016}"/>
              </a:ext>
            </a:extLst>
          </p:cNvPr>
          <p:cNvSpPr>
            <a:spLocks noGrp="1" noChangeArrowheads="1"/>
          </p:cNvSpPr>
          <p:nvPr>
            <p:ph type="title"/>
          </p:nvPr>
        </p:nvSpPr>
        <p:spPr>
          <a:xfrm>
            <a:off x="716550" y="-54958"/>
            <a:ext cx="7710900" cy="572700"/>
          </a:xfrm>
          <a:noFill/>
        </p:spPr>
        <p:txBody>
          <a:bodyPr/>
          <a:lstStyle/>
          <a:p>
            <a:pPr marL="460375" indent="-460375">
              <a:tabLst>
                <a:tab pos="460375" algn="l"/>
              </a:tabLst>
            </a:pPr>
            <a:r>
              <a:rPr lang="en-US" altLang="en-US" sz="1800" dirty="0">
                <a:solidFill>
                  <a:schemeClr val="hlink"/>
                </a:solidFill>
              </a:rPr>
              <a:t>Software Maintenance Processes (ISO/IEC/IEEE 14764) 2022</a:t>
            </a:r>
          </a:p>
        </p:txBody>
      </p:sp>
    </p:spTree>
    <p:extLst>
      <p:ext uri="{BB962C8B-B14F-4D97-AF65-F5344CB8AC3E}">
        <p14:creationId xmlns:p14="http://schemas.microsoft.com/office/powerpoint/2010/main" val="25621448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7794" name="Rectangle 2">
            <a:extLst>
              <a:ext uri="{FF2B5EF4-FFF2-40B4-BE49-F238E27FC236}">
                <a16:creationId xmlns:a16="http://schemas.microsoft.com/office/drawing/2014/main" id="{06A680BA-7FED-8AC8-C180-81394A0E7A48}"/>
              </a:ext>
            </a:extLst>
          </p:cNvPr>
          <p:cNvSpPr>
            <a:spLocks noGrp="1" noChangeArrowheads="1"/>
          </p:cNvSpPr>
          <p:nvPr>
            <p:ph type="title"/>
          </p:nvPr>
        </p:nvSpPr>
        <p:spPr>
          <a:noFill/>
          <a:ln>
            <a:noFill/>
          </a:ln>
        </p:spPr>
        <p:txBody>
          <a:bodyPr spcFirstLastPara="1" wrap="square" lIns="91425" tIns="91425" rIns="91425" bIns="91425" anchor="t" anchorCtr="0">
            <a:noAutofit/>
          </a:bodyPr>
          <a:lstStyle/>
          <a:p>
            <a:pPr marL="463550" indent="-463550">
              <a:tabLst>
                <a:tab pos="463550" algn="l"/>
              </a:tabLst>
            </a:pPr>
            <a:r>
              <a:rPr lang="en-US" altLang="en-US" dirty="0">
                <a:solidFill>
                  <a:schemeClr val="hlink"/>
                </a:solidFill>
              </a:rPr>
              <a:t>Categories of Maintenance Concepts</a:t>
            </a:r>
          </a:p>
        </p:txBody>
      </p:sp>
      <p:sp>
        <p:nvSpPr>
          <p:cNvPr id="2" name="Content Placeholder 1">
            <a:extLst>
              <a:ext uri="{FF2B5EF4-FFF2-40B4-BE49-F238E27FC236}">
                <a16:creationId xmlns:a16="http://schemas.microsoft.com/office/drawing/2014/main" id="{91BC399B-224D-3E5C-D07E-0E803E1887EE}"/>
              </a:ext>
            </a:extLst>
          </p:cNvPr>
          <p:cNvSpPr>
            <a:spLocks noGrp="1"/>
          </p:cNvSpPr>
          <p:nvPr>
            <p:ph idx="1"/>
          </p:nvPr>
        </p:nvSpPr>
        <p:spPr>
          <a:xfrm>
            <a:off x="713225" y="1074900"/>
            <a:ext cx="7717500" cy="3389618"/>
          </a:xfrm>
        </p:spPr>
        <p:txBody>
          <a:bodyPr/>
          <a:lstStyle/>
          <a:p>
            <a:r>
              <a:rPr lang="en-US" dirty="0"/>
              <a:t>The four categories and the concepts that influence the maintenance process</a:t>
            </a:r>
            <a:endParaRPr lang="en-MY" dirty="0"/>
          </a:p>
        </p:txBody>
      </p:sp>
      <p:pic>
        <p:nvPicPr>
          <p:cNvPr id="1057796" name="Picture 4">
            <a:extLst>
              <a:ext uri="{FF2B5EF4-FFF2-40B4-BE49-F238E27FC236}">
                <a16:creationId xmlns:a16="http://schemas.microsoft.com/office/drawing/2014/main" id="{3DF7B9AC-5053-F1B0-8B07-108F595E54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062" y="1445699"/>
            <a:ext cx="4837591" cy="3195601"/>
          </a:xfrm>
          <a:prstGeom prst="rect">
            <a:avLst/>
          </a:prstGeom>
          <a:noFill/>
          <a:extLst>
            <a:ext uri="{909E8E84-426E-40DD-AFC4-6F175D3DCCD1}">
              <a14:hiddenFill xmlns:a14="http://schemas.microsoft.com/office/drawing/2010/main">
                <a:solidFill>
                  <a:srgbClr val="FFFFFF"/>
                </a:solidFill>
              </a14:hiddenFill>
            </a:ext>
          </a:extLst>
        </p:spPr>
      </p:pic>
      <p:sp>
        <p:nvSpPr>
          <p:cNvPr id="1057800" name="Rectangle 8">
            <a:extLst>
              <a:ext uri="{FF2B5EF4-FFF2-40B4-BE49-F238E27FC236}">
                <a16:creationId xmlns:a16="http://schemas.microsoft.com/office/drawing/2014/main" id="{A52D29E2-3FD1-6742-601C-A07837B6F1C1}"/>
              </a:ext>
            </a:extLst>
          </p:cNvPr>
          <p:cNvSpPr>
            <a:spLocks noChangeArrowheads="1"/>
          </p:cNvSpPr>
          <p:nvPr/>
        </p:nvSpPr>
        <p:spPr bwMode="auto">
          <a:xfrm>
            <a:off x="1857904" y="4741773"/>
            <a:ext cx="4472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solidFill>
                  <a:schemeClr val="bg1">
                    <a:lumMod val="25000"/>
                  </a:schemeClr>
                </a:solidFill>
              </a:rPr>
              <a:t>Figure 2.3 Overview of concept categories affecting software maintenance</a:t>
            </a:r>
          </a:p>
        </p:txBody>
      </p:sp>
    </p:spTree>
    <p:extLst>
      <p:ext uri="{BB962C8B-B14F-4D97-AF65-F5344CB8AC3E}">
        <p14:creationId xmlns:p14="http://schemas.microsoft.com/office/powerpoint/2010/main" val="1490967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264B42-4FEC-3DED-B4C3-146A3A364F26}"/>
              </a:ext>
            </a:extLst>
          </p:cNvPr>
          <p:cNvSpPr>
            <a:spLocks noGrp="1"/>
          </p:cNvSpPr>
          <p:nvPr>
            <p:ph type="body" idx="1"/>
          </p:nvPr>
        </p:nvSpPr>
        <p:spPr>
          <a:xfrm>
            <a:off x="716550" y="932699"/>
            <a:ext cx="7710900" cy="399000"/>
          </a:xfrm>
        </p:spPr>
        <p:txBody>
          <a:bodyPr/>
          <a:lstStyle/>
          <a:p>
            <a:pPr marL="227013" indent="-227013"/>
            <a:r>
              <a:rPr lang="en-US" altLang="en-US" sz="1400" b="0" dirty="0">
                <a:solidFill>
                  <a:srgbClr val="000000"/>
                </a:solidFill>
              </a:rPr>
              <a:t>The maintained product dimension is characterized by three concepts:</a:t>
            </a:r>
          </a:p>
          <a:p>
            <a:pPr marL="227013" indent="-227013"/>
            <a:endParaRPr lang="en-US" altLang="en-US" sz="1400" dirty="0">
              <a:solidFill>
                <a:srgbClr val="000000"/>
              </a:solidFill>
            </a:endParaRPr>
          </a:p>
          <a:p>
            <a:pPr marL="460375" lvl="1" indent="-234950">
              <a:buFont typeface="+mj-lt"/>
              <a:buAutoNum type="alphaLcParenR"/>
            </a:pPr>
            <a:r>
              <a:rPr lang="en-US" altLang="en-US" sz="1400" b="1" dirty="0">
                <a:solidFill>
                  <a:schemeClr val="hlink"/>
                </a:solidFill>
              </a:rPr>
              <a:t>Product</a:t>
            </a:r>
            <a:r>
              <a:rPr lang="en-US" altLang="en-US" sz="1400" b="0" dirty="0">
                <a:solidFill>
                  <a:schemeClr val="hlink"/>
                </a:solidFill>
              </a:rPr>
              <a:t>:</a:t>
            </a:r>
            <a:r>
              <a:rPr lang="en-US" altLang="en-US" sz="1400" b="0" dirty="0">
                <a:solidFill>
                  <a:srgbClr val="000000"/>
                </a:solidFill>
              </a:rPr>
              <a:t> A product is a coherent collection of several different artifacts. Source code is the key component of a software product.</a:t>
            </a:r>
          </a:p>
          <a:p>
            <a:pPr marL="460375" lvl="1" indent="-234950">
              <a:buFont typeface="+mj-lt"/>
              <a:buAutoNum type="alphaLcParenR"/>
            </a:pPr>
            <a:endParaRPr lang="en-US" altLang="en-US" sz="1400" b="0" dirty="0">
              <a:solidFill>
                <a:srgbClr val="000000"/>
              </a:solidFill>
            </a:endParaRPr>
          </a:p>
          <a:p>
            <a:pPr marL="460375" lvl="1" indent="-234950">
              <a:spcAft>
                <a:spcPts val="600"/>
              </a:spcAft>
              <a:buFont typeface="+mj-lt"/>
              <a:buAutoNum type="alphaLcParenR"/>
            </a:pPr>
            <a:r>
              <a:rPr lang="en-US" altLang="en-US" sz="1400" b="1" dirty="0">
                <a:solidFill>
                  <a:schemeClr val="hlink"/>
                </a:solidFill>
              </a:rPr>
              <a:t>Product upgrade</a:t>
            </a:r>
            <a:r>
              <a:rPr lang="en-US" altLang="en-US" sz="1400" dirty="0">
                <a:solidFill>
                  <a:schemeClr val="hlink"/>
                </a:solidFill>
              </a:rPr>
              <a:t>: Baseline is an arrangement of related entities that make up a particular software configuration. Any change or upgrade made to a software product relates to a specific baseline. </a:t>
            </a:r>
          </a:p>
          <a:p>
            <a:pPr marL="687388" lvl="2" indent="-228600">
              <a:buFont typeface="Arial" panose="020B0604020202020204" pitchFamily="34" charset="0"/>
              <a:buChar char="•"/>
            </a:pPr>
            <a:r>
              <a:rPr lang="en-US" altLang="en-US" b="0" dirty="0">
                <a:solidFill>
                  <a:srgbClr val="000000"/>
                </a:solidFill>
              </a:rPr>
              <a:t>An upgrade can create a new version of the system being maintained, a patch code for an object, or even a notice explaining a restriction on the use of the system.</a:t>
            </a:r>
          </a:p>
          <a:p>
            <a:pPr marL="460375" lvl="1" indent="-234950">
              <a:buFont typeface="+mj-lt"/>
              <a:buAutoNum type="alphaLcParenR"/>
            </a:pPr>
            <a:endParaRPr lang="en-US" altLang="en-US" sz="1400" dirty="0">
              <a:solidFill>
                <a:schemeClr val="hlink"/>
              </a:solidFill>
            </a:endParaRPr>
          </a:p>
          <a:p>
            <a:pPr marL="460375" lvl="1" indent="-234950">
              <a:buFont typeface="+mj-lt"/>
              <a:buAutoNum type="alphaLcParenR"/>
            </a:pPr>
            <a:r>
              <a:rPr lang="en-US" altLang="en-US" sz="1400" b="1" dirty="0">
                <a:solidFill>
                  <a:schemeClr val="hlink"/>
                </a:solidFill>
              </a:rPr>
              <a:t>Artifacts</a:t>
            </a:r>
            <a:r>
              <a:rPr lang="en-US" altLang="en-US" sz="1400" dirty="0">
                <a:solidFill>
                  <a:schemeClr val="hlink"/>
                </a:solidFill>
              </a:rPr>
              <a:t>: A number of different artifacts are used in the design of a software product. One can find the following types of artifacts: textual and graphical documents, component off-the-shelf products, and object code components.</a:t>
            </a:r>
          </a:p>
          <a:p>
            <a:pPr marL="227013" indent="-227013"/>
            <a:endParaRPr lang="en-US" altLang="en-US" sz="1400" b="0" dirty="0">
              <a:solidFill>
                <a:srgbClr val="000000"/>
              </a:solidFill>
            </a:endParaRPr>
          </a:p>
          <a:p>
            <a:pPr marL="227013" indent="-227013"/>
            <a:r>
              <a:rPr lang="en-US" altLang="en-US" sz="1400" b="0" dirty="0">
                <a:solidFill>
                  <a:srgbClr val="000000"/>
                </a:solidFill>
              </a:rPr>
              <a:t>The key elements of the maintained product are size, age, application type, composition and quality.</a:t>
            </a:r>
            <a:endParaRPr lang="en-US" altLang="en-US" sz="1400" dirty="0">
              <a:solidFill>
                <a:srgbClr val="000000"/>
              </a:solidFill>
            </a:endParaRPr>
          </a:p>
          <a:p>
            <a:pPr marL="227013" indent="-227013"/>
            <a:endParaRPr lang="en-MY" sz="1400" dirty="0"/>
          </a:p>
        </p:txBody>
      </p:sp>
      <p:sp>
        <p:nvSpPr>
          <p:cNvPr id="1065986" name="Rectangle 2">
            <a:extLst>
              <a:ext uri="{FF2B5EF4-FFF2-40B4-BE49-F238E27FC236}">
                <a16:creationId xmlns:a16="http://schemas.microsoft.com/office/drawing/2014/main" id="{53F3C6EA-5B27-8126-5031-CC640E37ABA5}"/>
              </a:ext>
            </a:extLst>
          </p:cNvPr>
          <p:cNvSpPr>
            <a:spLocks noGrp="1" noChangeArrowheads="1"/>
          </p:cNvSpPr>
          <p:nvPr>
            <p:ph type="title"/>
          </p:nvPr>
        </p:nvSpPr>
        <p:spPr>
          <a:xfrm>
            <a:off x="716550" y="437972"/>
            <a:ext cx="7710900" cy="572700"/>
          </a:xfrm>
          <a:noFill/>
          <a:ln>
            <a:noFill/>
          </a:ln>
        </p:spPr>
        <p:txBody>
          <a:bodyPr spcFirstLastPara="1" wrap="square" lIns="91425" tIns="91425" rIns="91425" bIns="91425" anchor="t" anchorCtr="0">
            <a:noAutofit/>
          </a:bodyPr>
          <a:lstStyle/>
          <a:p>
            <a:pPr marL="463550" indent="-463550"/>
            <a:r>
              <a:rPr lang="en-US" altLang="en-US" dirty="0">
                <a:solidFill>
                  <a:schemeClr val="hlink"/>
                </a:solidFill>
              </a:rPr>
              <a:t>1.	Maintained Product</a:t>
            </a:r>
          </a:p>
        </p:txBody>
      </p:sp>
    </p:spTree>
    <p:extLst>
      <p:ext uri="{BB962C8B-B14F-4D97-AF65-F5344CB8AC3E}">
        <p14:creationId xmlns:p14="http://schemas.microsoft.com/office/powerpoint/2010/main" val="1535597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34" name="Rectangle 2">
            <a:extLst>
              <a:ext uri="{FF2B5EF4-FFF2-40B4-BE49-F238E27FC236}">
                <a16:creationId xmlns:a16="http://schemas.microsoft.com/office/drawing/2014/main" id="{6403AFBD-65C8-C951-27A5-2D8D03EA9683}"/>
              </a:ext>
            </a:extLst>
          </p:cNvPr>
          <p:cNvSpPr>
            <a:spLocks noGrp="1" noChangeArrowheads="1"/>
          </p:cNvSpPr>
          <p:nvPr>
            <p:ph type="title"/>
          </p:nvPr>
        </p:nvSpPr>
        <p:spPr/>
        <p:txBody>
          <a:bodyPr/>
          <a:lstStyle/>
          <a:p>
            <a:pPr>
              <a:tabLst>
                <a:tab pos="460375" algn="l"/>
              </a:tabLst>
            </a:pPr>
            <a:r>
              <a:rPr lang="en-US" altLang="en-US" dirty="0">
                <a:solidFill>
                  <a:schemeClr val="hlink"/>
                </a:solidFill>
              </a:rPr>
              <a:t>2.	Maintenance Types</a:t>
            </a:r>
          </a:p>
        </p:txBody>
      </p:sp>
      <p:sp>
        <p:nvSpPr>
          <p:cNvPr id="1068037" name="Rectangle 5">
            <a:extLst>
              <a:ext uri="{FF2B5EF4-FFF2-40B4-BE49-F238E27FC236}">
                <a16:creationId xmlns:a16="http://schemas.microsoft.com/office/drawing/2014/main" id="{38CBBE2D-7F11-6BD0-E709-42A7C5A87955}"/>
              </a:ext>
            </a:extLst>
          </p:cNvPr>
          <p:cNvSpPr>
            <a:spLocks noChangeArrowheads="1"/>
          </p:cNvSpPr>
          <p:nvPr/>
        </p:nvSpPr>
        <p:spPr bwMode="auto">
          <a:xfrm>
            <a:off x="850605" y="1114375"/>
            <a:ext cx="7789932" cy="349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b="0" dirty="0">
                <a:solidFill>
                  <a:srgbClr val="000000"/>
                </a:solidFill>
                <a:latin typeface="Open Sans" panose="020B0606030504020204" pitchFamily="34" charset="0"/>
                <a:ea typeface="Open Sans" panose="020B0606030504020204" pitchFamily="34" charset="0"/>
                <a:cs typeface="Open Sans" panose="020B0606030504020204" pitchFamily="34" charset="0"/>
              </a:rPr>
              <a:t>Four types of maintenance activities are defined:</a:t>
            </a:r>
          </a:p>
          <a:p>
            <a:endParaRPr lang="en-US" altLang="en-US"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227013" indent="-227013">
              <a:spcAft>
                <a:spcPts val="600"/>
              </a:spcAft>
              <a:tabLst>
                <a:tab pos="227013" algn="l"/>
              </a:tabLst>
            </a:pPr>
            <a:r>
              <a:rPr lang="en-US" altLang="en-US" dirty="0">
                <a:solidFill>
                  <a:srgbClr val="0000FF"/>
                </a:solidFill>
                <a:latin typeface="Open Sans" panose="020B0606030504020204" pitchFamily="34" charset="0"/>
                <a:ea typeface="Open Sans" panose="020B0606030504020204" pitchFamily="34" charset="0"/>
                <a:cs typeface="Open Sans" panose="020B0606030504020204" pitchFamily="34" charset="0"/>
              </a:rPr>
              <a:t>a)	Investigation activity:</a:t>
            </a:r>
            <a:r>
              <a:rPr lang="en-US" altLang="en-US" b="0" dirty="0">
                <a:solidFill>
                  <a:schemeClr val="accent2">
                    <a:lumMod val="25000"/>
                  </a:schemeClr>
                </a:solidFill>
                <a:latin typeface="Open Sans" panose="020B0606030504020204" pitchFamily="34" charset="0"/>
                <a:ea typeface="Open Sans" panose="020B0606030504020204" pitchFamily="34" charset="0"/>
                <a:cs typeface="Open Sans" panose="020B0606030504020204" pitchFamily="34" charset="0"/>
              </a:rPr>
              <a:t> </a:t>
            </a:r>
            <a:r>
              <a:rPr lang="en-US" altLang="en-US" dirty="0">
                <a:solidFill>
                  <a:schemeClr val="accent2">
                    <a:lumMod val="25000"/>
                  </a:schemeClr>
                </a:solidFill>
                <a:latin typeface="Open Sans" panose="020B0606030504020204" pitchFamily="34" charset="0"/>
                <a:ea typeface="Open Sans" panose="020B0606030504020204" pitchFamily="34" charset="0"/>
                <a:cs typeface="Open Sans" panose="020B0606030504020204" pitchFamily="34" charset="0"/>
              </a:rPr>
              <a:t>Evaluates the potential impact of proposed changes on the system.</a:t>
            </a:r>
            <a:endParaRPr lang="en-US" altLang="en-US"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227013" indent="-227013">
              <a:spcAft>
                <a:spcPts val="600"/>
              </a:spcAft>
              <a:tabLst>
                <a:tab pos="227013" algn="l"/>
              </a:tabLst>
            </a:pPr>
            <a:r>
              <a:rPr lang="en-US" altLang="en-US" dirty="0">
                <a:solidFill>
                  <a:srgbClr val="0000FF"/>
                </a:solidFill>
                <a:latin typeface="Open Sans" panose="020B0606030504020204" pitchFamily="34" charset="0"/>
                <a:ea typeface="Open Sans" panose="020B0606030504020204" pitchFamily="34" charset="0"/>
                <a:cs typeface="Open Sans" panose="020B0606030504020204" pitchFamily="34" charset="0"/>
              </a:rPr>
              <a:t>b)	Modification activity:</a:t>
            </a:r>
            <a:r>
              <a:rPr lang="en-US" altLang="en-US" b="0"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altLang="en-US" b="0" dirty="0">
                <a:solidFill>
                  <a:srgbClr val="000000"/>
                </a:solidFill>
                <a:latin typeface="Open Sans" panose="020B0606030504020204" pitchFamily="34" charset="0"/>
                <a:ea typeface="Open Sans" panose="020B0606030504020204" pitchFamily="34" charset="0"/>
                <a:cs typeface="Open Sans" panose="020B0606030504020204" pitchFamily="34" charset="0"/>
              </a:rPr>
              <a:t>Involves implementing changes to the system's code or behavior. </a:t>
            </a:r>
          </a:p>
          <a:p>
            <a:pPr marL="227013" indent="-227013">
              <a:spcAft>
                <a:spcPts val="600"/>
              </a:spcAft>
              <a:tabLst>
                <a:tab pos="227013" algn="l"/>
              </a:tabLst>
            </a:pPr>
            <a:r>
              <a:rPr lang="en-US" altLang="en-US" dirty="0">
                <a:solidFill>
                  <a:srgbClr val="0000FF"/>
                </a:solidFill>
                <a:latin typeface="Open Sans" panose="020B0606030504020204" pitchFamily="34" charset="0"/>
                <a:ea typeface="Open Sans" panose="020B0606030504020204" pitchFamily="34" charset="0"/>
                <a:cs typeface="Open Sans" panose="020B0606030504020204" pitchFamily="34" charset="0"/>
              </a:rPr>
              <a:t>c)	Management activity:</a:t>
            </a:r>
            <a:r>
              <a:rPr lang="en-US" altLang="en-US" b="0"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altLang="en-US" b="0" dirty="0">
                <a:solidFill>
                  <a:srgbClr val="000000"/>
                </a:solidFill>
                <a:latin typeface="Open Sans" panose="020B0606030504020204" pitchFamily="34" charset="0"/>
                <a:ea typeface="Open Sans" panose="020B0606030504020204" pitchFamily="34" charset="0"/>
                <a:cs typeface="Open Sans" panose="020B0606030504020204" pitchFamily="34" charset="0"/>
              </a:rPr>
              <a:t> Focuses on configuration control and overseeing the maintenance process.</a:t>
            </a:r>
          </a:p>
          <a:p>
            <a:pPr marL="227013" indent="-227013">
              <a:spcAft>
                <a:spcPts val="600"/>
              </a:spcAft>
              <a:tabLst>
                <a:tab pos="227013" algn="l"/>
              </a:tabLst>
            </a:pPr>
            <a:r>
              <a:rPr lang="en-US" altLang="en-US" b="0" dirty="0">
                <a:solidFill>
                  <a:srgbClr val="0000FF"/>
                </a:solidFill>
                <a:latin typeface="Open Sans" panose="020B0606030504020204" pitchFamily="34" charset="0"/>
                <a:ea typeface="Open Sans" panose="020B0606030504020204" pitchFamily="34" charset="0"/>
                <a:cs typeface="Open Sans" panose="020B0606030504020204" pitchFamily="34" charset="0"/>
              </a:rPr>
              <a:t>d</a:t>
            </a:r>
            <a:r>
              <a:rPr lang="en-US" altLang="en-US" dirty="0">
                <a:solidFill>
                  <a:srgbClr val="0000FF"/>
                </a:solidFill>
                <a:latin typeface="Open Sans" panose="020B0606030504020204" pitchFamily="34" charset="0"/>
                <a:ea typeface="Open Sans" panose="020B0606030504020204" pitchFamily="34" charset="0"/>
                <a:cs typeface="Open Sans" panose="020B0606030504020204" pitchFamily="34" charset="0"/>
              </a:rPr>
              <a:t>) Quality assurance activity: </a:t>
            </a:r>
            <a:r>
              <a:rPr lang="en-US" altLang="en-US" dirty="0">
                <a:solidFill>
                  <a:schemeClr val="accent2">
                    <a:lumMod val="25000"/>
                  </a:schemeClr>
                </a:solidFill>
                <a:latin typeface="Open Sans" panose="020B0606030504020204" pitchFamily="34" charset="0"/>
                <a:ea typeface="Open Sans" panose="020B0606030504020204" pitchFamily="34" charset="0"/>
                <a:cs typeface="Open Sans" panose="020B0606030504020204" pitchFamily="34" charset="0"/>
              </a:rPr>
              <a:t>Ensures that changes maintain the system's integrity and functionality.</a:t>
            </a:r>
            <a:endParaRPr lang="en-US" altLang="en-US" dirty="0">
              <a:latin typeface="Open Sans" panose="020B0606030504020204" pitchFamily="34" charset="0"/>
              <a:ea typeface="Open Sans" panose="020B0606030504020204" pitchFamily="34" charset="0"/>
              <a:cs typeface="Open Sans" panose="020B0606030504020204" pitchFamily="34" charset="0"/>
            </a:endParaRPr>
          </a:p>
          <a:p>
            <a:endParaRPr lang="en-US" altLang="en-US"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801688" indent="-801688">
              <a:spcAft>
                <a:spcPts val="600"/>
              </a:spcAft>
              <a:tabLst>
                <a:tab pos="460375" algn="l"/>
              </a:tabLst>
            </a:pPr>
            <a:r>
              <a:rPr lang="en-US" altLang="en-US" dirty="0">
                <a:solidFill>
                  <a:srgbClr val="CC3300"/>
                </a:solidFill>
                <a:latin typeface="Open Sans" panose="020B0606030504020204" pitchFamily="34" charset="0"/>
                <a:ea typeface="Open Sans" panose="020B0606030504020204" pitchFamily="34" charset="0"/>
                <a:cs typeface="Open Sans" panose="020B0606030504020204" pitchFamily="34" charset="0"/>
              </a:rPr>
              <a:t>Activity:</a:t>
            </a:r>
            <a:r>
              <a:rPr lang="en-US" altLang="en-US" b="0"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altLang="en-US" b="0" dirty="0">
                <a:solidFill>
                  <a:srgbClr val="000000"/>
                </a:solidFill>
                <a:latin typeface="Open Sans" panose="020B0606030504020204" pitchFamily="34" charset="0"/>
                <a:ea typeface="Open Sans" panose="020B0606030504020204" pitchFamily="34" charset="0"/>
                <a:cs typeface="Open Sans" panose="020B0606030504020204" pitchFamily="34" charset="0"/>
              </a:rPr>
              <a:t>An activity accepts some artifacts as inputs and produces new or changed artifacts.</a:t>
            </a:r>
          </a:p>
          <a:p>
            <a:pPr marL="801688" indent="-801688">
              <a:spcAft>
                <a:spcPts val="600"/>
              </a:spcAft>
              <a:tabLst>
                <a:tab pos="460375" algn="l"/>
              </a:tabLst>
            </a:pPr>
            <a:r>
              <a:rPr lang="en-US" altLang="en-US" dirty="0">
                <a:solidFill>
                  <a:srgbClr val="CC3300"/>
                </a:solidFill>
                <a:latin typeface="Open Sans" panose="020B0606030504020204" pitchFamily="34" charset="0"/>
                <a:ea typeface="Open Sans" panose="020B0606030504020204" pitchFamily="34" charset="0"/>
                <a:cs typeface="Open Sans" panose="020B0606030504020204" pitchFamily="34" charset="0"/>
              </a:rPr>
              <a:t>Artifacts:</a:t>
            </a:r>
            <a:r>
              <a:rPr lang="en-US" altLang="en-US"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en-US" altLang="en-US" b="0" dirty="0">
                <a:solidFill>
                  <a:srgbClr val="000000"/>
                </a:solidFill>
                <a:latin typeface="Open Sans" panose="020B0606030504020204" pitchFamily="34" charset="0"/>
                <a:ea typeface="Open Sans" panose="020B0606030504020204" pitchFamily="34" charset="0"/>
                <a:cs typeface="Open Sans" panose="020B0606030504020204" pitchFamily="34" charset="0"/>
              </a:rPr>
              <a:t>Artifacts include plans, documents, system representations, and source and object code items. Artifacts are created during the software development process and changed during maintenance.</a:t>
            </a:r>
            <a:endParaRPr lang="en-US" altLang="en-US"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81754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FACB23-2A88-89A7-6B06-82BC53FDA1BF}"/>
              </a:ext>
            </a:extLst>
          </p:cNvPr>
          <p:cNvSpPr>
            <a:spLocks noGrp="1"/>
          </p:cNvSpPr>
          <p:nvPr>
            <p:ph type="body" idx="1"/>
          </p:nvPr>
        </p:nvSpPr>
        <p:spPr>
          <a:xfrm>
            <a:off x="843516" y="1215749"/>
            <a:ext cx="7587384" cy="2767915"/>
          </a:xfrm>
        </p:spPr>
        <p:txBody>
          <a:bodyPr/>
          <a:lstStyle/>
          <a:p>
            <a:pPr marL="0" indent="0">
              <a:buNone/>
            </a:pPr>
            <a:r>
              <a:rPr lang="en-US" sz="1400" dirty="0"/>
              <a:t>Two different levels of maintenance processes are followed within a maintenance organization:</a:t>
            </a:r>
          </a:p>
          <a:p>
            <a:endParaRPr lang="en-US" sz="1400" dirty="0"/>
          </a:p>
          <a:p>
            <a:pPr marL="230188" indent="-230188"/>
            <a:r>
              <a:rPr lang="en-US" sz="1400" b="1" dirty="0"/>
              <a:t>Individual-level maintenance processes</a:t>
            </a:r>
            <a:r>
              <a:rPr lang="en-US" sz="1400" dirty="0"/>
              <a:t> followed by maintenance personnel to implement a specific change request, and</a:t>
            </a:r>
          </a:p>
          <a:p>
            <a:pPr marL="230188" indent="-230188"/>
            <a:endParaRPr lang="en-US" sz="1400" dirty="0"/>
          </a:p>
          <a:p>
            <a:pPr marL="230188" indent="-230188"/>
            <a:r>
              <a:rPr lang="en-US" sz="1400" b="1" dirty="0"/>
              <a:t>Organization-level process </a:t>
            </a:r>
            <a:r>
              <a:rPr lang="en-US" sz="1400" dirty="0"/>
              <a:t>followed to manage the change requests from maintenance personnel, users, and customers/clients. </a:t>
            </a:r>
          </a:p>
          <a:p>
            <a:endParaRPr lang="en-MY" dirty="0"/>
          </a:p>
        </p:txBody>
      </p:sp>
      <p:sp>
        <p:nvSpPr>
          <p:cNvPr id="1070082" name="Rectangle 2">
            <a:extLst>
              <a:ext uri="{FF2B5EF4-FFF2-40B4-BE49-F238E27FC236}">
                <a16:creationId xmlns:a16="http://schemas.microsoft.com/office/drawing/2014/main" id="{C05D924E-E3F8-74F5-A499-FA1929E5560E}"/>
              </a:ext>
            </a:extLst>
          </p:cNvPr>
          <p:cNvSpPr>
            <a:spLocks noGrp="1" noChangeArrowheads="1"/>
          </p:cNvSpPr>
          <p:nvPr>
            <p:ph type="title"/>
          </p:nvPr>
        </p:nvSpPr>
        <p:spPr>
          <a:noFill/>
          <a:ln>
            <a:noFill/>
          </a:ln>
        </p:spPr>
        <p:txBody>
          <a:bodyPr spcFirstLastPara="1" wrap="square" lIns="91425" tIns="91425" rIns="91425" bIns="91425" anchor="t" anchorCtr="0">
            <a:noAutofit/>
          </a:bodyPr>
          <a:lstStyle/>
          <a:p>
            <a:pPr>
              <a:tabLst>
                <a:tab pos="460375" algn="l"/>
              </a:tabLst>
            </a:pPr>
            <a:r>
              <a:rPr lang="en-US" altLang="en-US" dirty="0">
                <a:solidFill>
                  <a:schemeClr val="hlink"/>
                </a:solidFill>
              </a:rPr>
              <a:t>3.	Maintenance Organization Processes</a:t>
            </a:r>
          </a:p>
        </p:txBody>
      </p:sp>
    </p:spTree>
    <p:extLst>
      <p:ext uri="{BB962C8B-B14F-4D97-AF65-F5344CB8AC3E}">
        <p14:creationId xmlns:p14="http://schemas.microsoft.com/office/powerpoint/2010/main" val="2157214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FFB314-C47A-758A-933C-4BD3145C8831}"/>
              </a:ext>
            </a:extLst>
          </p:cNvPr>
          <p:cNvSpPr>
            <a:spLocks noGrp="1"/>
          </p:cNvSpPr>
          <p:nvPr>
            <p:ph type="body" idx="1"/>
          </p:nvPr>
        </p:nvSpPr>
        <p:spPr/>
        <p:txBody>
          <a:bodyPr/>
          <a:lstStyle/>
          <a:p>
            <a:pPr marL="0" indent="0">
              <a:buNone/>
            </a:pPr>
            <a:r>
              <a:rPr lang="en-US" altLang="en-US" sz="1400" b="0" dirty="0">
                <a:solidFill>
                  <a:srgbClr val="000000"/>
                </a:solidFill>
              </a:rPr>
              <a:t>Three major elements of a maintenance organization are</a:t>
            </a:r>
          </a:p>
          <a:p>
            <a:endParaRPr lang="en-US" altLang="en-US" sz="1400" b="0" dirty="0">
              <a:solidFill>
                <a:srgbClr val="000000"/>
              </a:solidFill>
            </a:endParaRPr>
          </a:p>
          <a:p>
            <a:pPr marL="227013" indent="-227013">
              <a:buFontTx/>
              <a:buChar char="•"/>
            </a:pPr>
            <a:r>
              <a:rPr lang="en-US" altLang="en-US" sz="1400" b="1" dirty="0">
                <a:solidFill>
                  <a:schemeClr val="hlink"/>
                </a:solidFill>
              </a:rPr>
              <a:t>Event management:</a:t>
            </a:r>
            <a:r>
              <a:rPr lang="en-US" altLang="en-US" sz="1400" b="1" dirty="0">
                <a:solidFill>
                  <a:srgbClr val="000000"/>
                </a:solidFill>
              </a:rPr>
              <a:t> </a:t>
            </a:r>
            <a:r>
              <a:rPr lang="en-US" altLang="en-US" sz="1400" b="0" dirty="0">
                <a:solidFill>
                  <a:srgbClr val="000000"/>
                </a:solidFill>
              </a:rPr>
              <a:t>The </a:t>
            </a:r>
            <a:r>
              <a:rPr lang="en-US" altLang="en-US" sz="1400" b="0" dirty="0">
                <a:solidFill>
                  <a:srgbClr val="0000FF"/>
                </a:solidFill>
              </a:rPr>
              <a:t>stream of events</a:t>
            </a:r>
            <a:r>
              <a:rPr lang="en-US" altLang="en-US" sz="1400" b="0" dirty="0">
                <a:solidFill>
                  <a:srgbClr val="000000"/>
                </a:solidFill>
              </a:rPr>
              <a:t>, namely, all the change requests from various sources, received by the maintenance organization is handled in an event management process.</a:t>
            </a:r>
          </a:p>
          <a:p>
            <a:pPr marL="227013" indent="-227013"/>
            <a:endParaRPr lang="en-US" altLang="en-US" sz="1400" b="0" dirty="0">
              <a:solidFill>
                <a:srgbClr val="000000"/>
              </a:solidFill>
            </a:endParaRPr>
          </a:p>
          <a:p>
            <a:pPr marL="227013" indent="-227013">
              <a:buFontTx/>
              <a:buChar char="•"/>
            </a:pPr>
            <a:r>
              <a:rPr lang="en-US" altLang="en-US" sz="1400" b="1" dirty="0">
                <a:solidFill>
                  <a:schemeClr val="hlink"/>
                </a:solidFill>
              </a:rPr>
              <a:t>Configuration management:</a:t>
            </a:r>
            <a:r>
              <a:rPr lang="en-US" altLang="en-US" sz="1400" b="1" dirty="0">
                <a:solidFill>
                  <a:srgbClr val="000000"/>
                </a:solidFill>
              </a:rPr>
              <a:t> </a:t>
            </a:r>
            <a:r>
              <a:rPr lang="en-US" altLang="en-US" sz="1400" b="0" dirty="0">
                <a:solidFill>
                  <a:srgbClr val="000000"/>
                </a:solidFill>
              </a:rPr>
              <a:t>A </a:t>
            </a:r>
            <a:r>
              <a:rPr lang="en-US" altLang="en-US" sz="1400" b="0" dirty="0">
                <a:solidFill>
                  <a:srgbClr val="0000FF"/>
                </a:solidFill>
              </a:rPr>
              <a:t>system’s integrity </a:t>
            </a:r>
            <a:r>
              <a:rPr lang="en-US" altLang="en-US" sz="1400" b="0" dirty="0">
                <a:solidFill>
                  <a:srgbClr val="000000"/>
                </a:solidFill>
              </a:rPr>
              <a:t>is maintained by means of a configuration management process. Integrity of a product is maintained in terms of its modification status and version number.</a:t>
            </a:r>
          </a:p>
          <a:p>
            <a:pPr marL="227013" indent="-227013">
              <a:buFontTx/>
              <a:buChar char="•"/>
            </a:pPr>
            <a:endParaRPr lang="en-US" altLang="en-US" sz="1400" b="0" dirty="0">
              <a:solidFill>
                <a:srgbClr val="000000"/>
              </a:solidFill>
            </a:endParaRPr>
          </a:p>
          <a:p>
            <a:pPr marL="227013" indent="-227013">
              <a:buFontTx/>
              <a:buChar char="•"/>
            </a:pPr>
            <a:r>
              <a:rPr lang="en-US" altLang="en-US" sz="1400" b="1" dirty="0">
                <a:solidFill>
                  <a:schemeClr val="hlink"/>
                </a:solidFill>
              </a:rPr>
              <a:t>Change control system:</a:t>
            </a:r>
            <a:r>
              <a:rPr lang="en-US" altLang="en-US" sz="1400" b="1" dirty="0">
                <a:solidFill>
                  <a:srgbClr val="000000"/>
                </a:solidFill>
              </a:rPr>
              <a:t> </a:t>
            </a:r>
            <a:r>
              <a:rPr lang="en-US" altLang="en-US" sz="1400" b="0" dirty="0">
                <a:solidFill>
                  <a:srgbClr val="000000"/>
                </a:solidFill>
              </a:rPr>
              <a:t>Evaluation of results of investigations of maintenance events is performed in a process called change control. Based on the evaluation, the organization approves a system change.</a:t>
            </a:r>
          </a:p>
          <a:p>
            <a:endParaRPr lang="en-MY" sz="1400" dirty="0"/>
          </a:p>
        </p:txBody>
      </p:sp>
      <p:sp>
        <p:nvSpPr>
          <p:cNvPr id="1074180" name="Rectangle 4">
            <a:extLst>
              <a:ext uri="{FF2B5EF4-FFF2-40B4-BE49-F238E27FC236}">
                <a16:creationId xmlns:a16="http://schemas.microsoft.com/office/drawing/2014/main" id="{682E7846-EE70-56A7-5CB2-E90E1929E210}"/>
              </a:ext>
            </a:extLst>
          </p:cNvPr>
          <p:cNvSpPr>
            <a:spLocks noChangeArrowheads="1"/>
          </p:cNvSpPr>
          <p:nvPr/>
        </p:nvSpPr>
        <p:spPr bwMode="auto">
          <a:xfrm>
            <a:off x="769808" y="2350930"/>
            <a:ext cx="7040250"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Tx/>
              <a:buChar char="•"/>
            </a:pPr>
            <a:endParaRPr lang="en-US" altLang="en-US" sz="1500" b="0" dirty="0">
              <a:solidFill>
                <a:srgbClr val="000000"/>
              </a:solidFill>
            </a:endParaRPr>
          </a:p>
          <a:p>
            <a:endParaRPr lang="en-US" altLang="en-US" sz="1800" b="0" dirty="0">
              <a:solidFill>
                <a:srgbClr val="000000"/>
              </a:solidFill>
            </a:endParaRPr>
          </a:p>
          <a:p>
            <a:endParaRPr lang="en-US" altLang="en-US" sz="1800" b="0" dirty="0">
              <a:solidFill>
                <a:srgbClr val="000000"/>
              </a:solidFill>
            </a:endParaRPr>
          </a:p>
        </p:txBody>
      </p:sp>
      <p:sp>
        <p:nvSpPr>
          <p:cNvPr id="5" name="Rectangle 2">
            <a:extLst>
              <a:ext uri="{FF2B5EF4-FFF2-40B4-BE49-F238E27FC236}">
                <a16:creationId xmlns:a16="http://schemas.microsoft.com/office/drawing/2014/main" id="{CA554A06-515B-57E8-1164-213E64030751}"/>
              </a:ext>
            </a:extLst>
          </p:cNvPr>
          <p:cNvSpPr>
            <a:spLocks noGrp="1" noChangeArrowheads="1"/>
          </p:cNvSpPr>
          <p:nvPr>
            <p:ph type="title"/>
          </p:nvPr>
        </p:nvSpPr>
        <p:spPr>
          <a:xfrm>
            <a:off x="720000" y="541675"/>
            <a:ext cx="7710900" cy="572700"/>
          </a:xfrm>
          <a:noFill/>
          <a:ln>
            <a:noFill/>
          </a:ln>
        </p:spPr>
        <p:txBody>
          <a:bodyPr spcFirstLastPara="1" wrap="square" lIns="91425" tIns="91425" rIns="91425" bIns="91425" anchor="t" anchorCtr="0">
            <a:noAutofit/>
          </a:bodyPr>
          <a:lstStyle/>
          <a:p>
            <a:pPr>
              <a:tabLst>
                <a:tab pos="460375" algn="l"/>
              </a:tabLst>
            </a:pPr>
            <a:r>
              <a:rPr lang="en-US" altLang="en-US" dirty="0">
                <a:solidFill>
                  <a:schemeClr val="hlink"/>
                </a:solidFill>
              </a:rPr>
              <a:t>3.	Maintenance Organization Processes</a:t>
            </a:r>
          </a:p>
        </p:txBody>
      </p:sp>
    </p:spTree>
    <p:extLst>
      <p:ext uri="{BB962C8B-B14F-4D97-AF65-F5344CB8AC3E}">
        <p14:creationId xmlns:p14="http://schemas.microsoft.com/office/powerpoint/2010/main" val="2523627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897D44-A1C4-DC8E-FF18-CF13C2ADB197}"/>
              </a:ext>
            </a:extLst>
          </p:cNvPr>
          <p:cNvSpPr>
            <a:spLocks noGrp="1"/>
          </p:cNvSpPr>
          <p:nvPr>
            <p:ph type="body" idx="1"/>
          </p:nvPr>
        </p:nvSpPr>
        <p:spPr>
          <a:xfrm>
            <a:off x="720000" y="1114375"/>
            <a:ext cx="7710900" cy="3386075"/>
          </a:xfrm>
        </p:spPr>
        <p:txBody>
          <a:bodyPr/>
          <a:lstStyle/>
          <a:p>
            <a:pPr marL="227013" indent="-227013">
              <a:buFontTx/>
              <a:buChar char="•"/>
            </a:pPr>
            <a:r>
              <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A maintenance organization handles maintenance change requests from:</a:t>
            </a:r>
          </a:p>
          <a:p>
            <a:pPr marL="687388" lvl="3" indent="-227013">
              <a:buFontTx/>
              <a:buAutoNum type="arabicPeriod"/>
            </a:pPr>
            <a:r>
              <a:rPr lang="en-US" altLang="en-US" b="0" dirty="0">
                <a:solidFill>
                  <a:schemeClr val="hlink"/>
                </a:solidFill>
                <a:latin typeface="Open Sans" panose="020B0606030504020204" pitchFamily="34" charset="0"/>
                <a:ea typeface="Open Sans" panose="020B0606030504020204" pitchFamily="34" charset="0"/>
                <a:cs typeface="Open Sans" panose="020B0606030504020204" pitchFamily="34" charset="0"/>
              </a:rPr>
              <a:t>Users, </a:t>
            </a:r>
          </a:p>
          <a:p>
            <a:pPr marL="687388" lvl="3" indent="-227013">
              <a:buFontTx/>
              <a:buAutoNum type="arabicPeriod"/>
            </a:pPr>
            <a:r>
              <a:rPr lang="en-US" altLang="en-US" b="0" dirty="0">
                <a:solidFill>
                  <a:schemeClr val="hlink"/>
                </a:solidFill>
                <a:latin typeface="Open Sans" panose="020B0606030504020204" pitchFamily="34" charset="0"/>
                <a:ea typeface="Open Sans" panose="020B0606030504020204" pitchFamily="34" charset="0"/>
                <a:cs typeface="Open Sans" panose="020B0606030504020204" pitchFamily="34" charset="0"/>
              </a:rPr>
              <a:t>Customers, and </a:t>
            </a:r>
          </a:p>
          <a:p>
            <a:pPr marL="687388" lvl="3" indent="-227013">
              <a:buFontTx/>
              <a:buAutoNum type="arabicPeriod"/>
            </a:pPr>
            <a:r>
              <a:rPr lang="en-US" altLang="en-US" b="0" dirty="0">
                <a:solidFill>
                  <a:schemeClr val="hlink"/>
                </a:solidFill>
                <a:latin typeface="Open Sans" panose="020B0606030504020204" pitchFamily="34" charset="0"/>
                <a:ea typeface="Open Sans" panose="020B0606030504020204" pitchFamily="34" charset="0"/>
                <a:cs typeface="Open Sans" panose="020B0606030504020204" pitchFamily="34" charset="0"/>
              </a:rPr>
              <a:t>maintainers.</a:t>
            </a:r>
          </a:p>
          <a:p>
            <a:pPr marL="227013" indent="-227013"/>
            <a:endPar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227013" indent="-227013">
              <a:spcAft>
                <a:spcPts val="600"/>
              </a:spcAft>
              <a:buFontTx/>
              <a:buChar char="•"/>
            </a:pPr>
            <a:r>
              <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After an initial investigation of a change request, a management process is put in place for approving change activities. </a:t>
            </a:r>
          </a:p>
          <a:p>
            <a:pPr marL="227013" indent="-227013">
              <a:spcAft>
                <a:spcPts val="600"/>
              </a:spcAft>
              <a:buFontTx/>
              <a:buChar char="•"/>
            </a:pPr>
            <a:r>
              <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Approval of a change request is normally the responsibility of a change control board.</a:t>
            </a:r>
          </a:p>
          <a:p>
            <a:pPr marL="227013" indent="-227013">
              <a:spcAft>
                <a:spcPts val="600"/>
              </a:spcAft>
              <a:buFontTx/>
              <a:buChar char="•"/>
            </a:pPr>
            <a:r>
              <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A proposed modification activity is scheduled only after the modification is approved by the board and a Service Level Agreement (SLA) is signed with the client.</a:t>
            </a:r>
          </a:p>
          <a:p>
            <a:pPr marL="227013" indent="-227013">
              <a:spcAft>
                <a:spcPts val="600"/>
              </a:spcAft>
              <a:buFontTx/>
              <a:buChar char="•"/>
            </a:pPr>
            <a:r>
              <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Service level agreement </a:t>
            </a:r>
            <a:r>
              <a:rPr lang="en-US" altLang="en-US" sz="1400" b="0" dirty="0">
                <a:solidFill>
                  <a:schemeClr val="hlink"/>
                </a:solidFill>
                <a:latin typeface="Open Sans" panose="020B0606030504020204" pitchFamily="34" charset="0"/>
                <a:ea typeface="Open Sans" panose="020B0606030504020204" pitchFamily="34" charset="0"/>
                <a:cs typeface="Open Sans" panose="020B0606030504020204" pitchFamily="34" charset="0"/>
              </a:rPr>
              <a:t>(SLA)</a:t>
            </a:r>
            <a:r>
              <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 is a contract between the customers and the providers of a maintenance service. Performance targets for the maintenance services are specified in the </a:t>
            </a:r>
            <a:r>
              <a:rPr lang="en-US" altLang="en-US" sz="1400" b="0" dirty="0">
                <a:solidFill>
                  <a:schemeClr val="hlink"/>
                </a:solidFill>
                <a:latin typeface="Open Sans" panose="020B0606030504020204" pitchFamily="34" charset="0"/>
                <a:ea typeface="Open Sans" panose="020B0606030504020204" pitchFamily="34" charset="0"/>
                <a:cs typeface="Open Sans" panose="020B0606030504020204" pitchFamily="34" charset="0"/>
              </a:rPr>
              <a:t>SLA</a:t>
            </a:r>
            <a:r>
              <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a:t>
            </a:r>
          </a:p>
          <a:p>
            <a:endPar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endParaRPr lang="en-MY" sz="1400" dirty="0"/>
          </a:p>
        </p:txBody>
      </p:sp>
      <p:sp>
        <p:nvSpPr>
          <p:cNvPr id="1076226" name="Rectangle 2">
            <a:extLst>
              <a:ext uri="{FF2B5EF4-FFF2-40B4-BE49-F238E27FC236}">
                <a16:creationId xmlns:a16="http://schemas.microsoft.com/office/drawing/2014/main" id="{1688C1BC-BB9A-C7A2-A67F-457469E8E737}"/>
              </a:ext>
            </a:extLst>
          </p:cNvPr>
          <p:cNvSpPr>
            <a:spLocks noGrp="1" noChangeArrowheads="1"/>
          </p:cNvSpPr>
          <p:nvPr>
            <p:ph type="title"/>
          </p:nvPr>
        </p:nvSpPr>
        <p:spPr>
          <a:noFill/>
          <a:ln>
            <a:noFill/>
          </a:ln>
        </p:spPr>
        <p:txBody>
          <a:bodyPr spcFirstLastPara="1" wrap="square" lIns="91425" tIns="91425" rIns="91425" bIns="91425" anchor="t" anchorCtr="0">
            <a:noAutofit/>
          </a:bodyPr>
          <a:lstStyle/>
          <a:p>
            <a:pPr>
              <a:tabLst>
                <a:tab pos="460375" algn="l"/>
              </a:tabLst>
            </a:pPr>
            <a:r>
              <a:rPr lang="en-US" altLang="en-US" dirty="0">
                <a:solidFill>
                  <a:schemeClr val="hlink"/>
                </a:solidFill>
              </a:rPr>
              <a:t>3. Maintenance Organization Processes</a:t>
            </a:r>
          </a:p>
        </p:txBody>
      </p:sp>
    </p:spTree>
    <p:extLst>
      <p:ext uri="{BB962C8B-B14F-4D97-AF65-F5344CB8AC3E}">
        <p14:creationId xmlns:p14="http://schemas.microsoft.com/office/powerpoint/2010/main" val="37593912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E2B438-F3F5-9FB9-8697-D6DC79EA35E6}"/>
              </a:ext>
            </a:extLst>
          </p:cNvPr>
          <p:cNvSpPr>
            <a:spLocks noGrp="1"/>
          </p:cNvSpPr>
          <p:nvPr>
            <p:ph type="body" idx="1"/>
          </p:nvPr>
        </p:nvSpPr>
        <p:spPr/>
        <p:txBody>
          <a:bodyPr/>
          <a:lstStyle/>
          <a:p>
            <a:r>
              <a:rPr lang="en-US" altLang="en-US" b="0" dirty="0">
                <a:solidFill>
                  <a:srgbClr val="000000"/>
                </a:solidFill>
              </a:rPr>
              <a:t>In general, maintenance organizations use three different support levels to organize the staff:</a:t>
            </a:r>
          </a:p>
          <a:p>
            <a:endParaRPr lang="en-US" altLang="en-US" b="0" dirty="0">
              <a:solidFill>
                <a:srgbClr val="000000"/>
              </a:solidFill>
            </a:endParaRPr>
          </a:p>
          <a:p>
            <a:pPr marL="687388" lvl="1" indent="-227013"/>
            <a:r>
              <a:rPr lang="en-US" altLang="en-US" b="1" dirty="0">
                <a:solidFill>
                  <a:schemeClr val="hlink"/>
                </a:solidFill>
              </a:rPr>
              <a:t>Level 1:</a:t>
            </a:r>
            <a:r>
              <a:rPr lang="en-US" altLang="en-US" b="1" dirty="0">
                <a:solidFill>
                  <a:srgbClr val="000000"/>
                </a:solidFill>
              </a:rPr>
              <a:t> </a:t>
            </a:r>
            <a:r>
              <a:rPr lang="en-US" altLang="en-US" b="0" dirty="0">
                <a:solidFill>
                  <a:srgbClr val="000000"/>
                </a:solidFill>
              </a:rPr>
              <a:t>This group files problem reports and identifies the technical support person who can best assist the person reporting a problem.</a:t>
            </a:r>
          </a:p>
          <a:p>
            <a:pPr marL="687388" lvl="1" indent="-227013"/>
            <a:endParaRPr lang="en-US" altLang="en-US" b="0" dirty="0">
              <a:solidFill>
                <a:srgbClr val="000000"/>
              </a:solidFill>
            </a:endParaRPr>
          </a:p>
          <a:p>
            <a:pPr marL="687388" lvl="1" indent="-227013"/>
            <a:r>
              <a:rPr lang="en-US" altLang="en-US" b="1" dirty="0">
                <a:solidFill>
                  <a:schemeClr val="hlink"/>
                </a:solidFill>
              </a:rPr>
              <a:t>Level 2:</a:t>
            </a:r>
            <a:r>
              <a:rPr lang="en-US" altLang="en-US" b="1" dirty="0">
                <a:solidFill>
                  <a:srgbClr val="000000"/>
                </a:solidFill>
              </a:rPr>
              <a:t> </a:t>
            </a:r>
            <a:r>
              <a:rPr lang="en-US" altLang="en-US" b="0" dirty="0">
                <a:solidFill>
                  <a:srgbClr val="000000"/>
                </a:solidFill>
              </a:rPr>
              <a:t>This level includes experts who know how to communicate with users and analyze their problems. These people recommend quick fixes and temporary workarounds.</a:t>
            </a:r>
          </a:p>
          <a:p>
            <a:pPr marL="687388" lvl="1" indent="-227013"/>
            <a:endParaRPr lang="en-US" altLang="en-US" b="0" dirty="0">
              <a:solidFill>
                <a:srgbClr val="000000"/>
              </a:solidFill>
            </a:endParaRPr>
          </a:p>
          <a:p>
            <a:pPr marL="687388" lvl="1" indent="-227013"/>
            <a:r>
              <a:rPr lang="en-US" altLang="en-US" b="1" dirty="0">
                <a:solidFill>
                  <a:schemeClr val="hlink"/>
                </a:solidFill>
              </a:rPr>
              <a:t>Level 3:</a:t>
            </a:r>
            <a:r>
              <a:rPr lang="en-US" altLang="en-US" b="1" dirty="0">
                <a:solidFill>
                  <a:srgbClr val="000000"/>
                </a:solidFill>
              </a:rPr>
              <a:t> </a:t>
            </a:r>
            <a:r>
              <a:rPr lang="en-US" altLang="en-US" b="0" dirty="0">
                <a:solidFill>
                  <a:srgbClr val="000000"/>
                </a:solidFill>
              </a:rPr>
              <a:t>This level includes programmers who can perform actual changes to the product software.</a:t>
            </a:r>
          </a:p>
          <a:p>
            <a:pPr marL="227013" indent="-227013"/>
            <a:endParaRPr lang="en-MY" dirty="0"/>
          </a:p>
        </p:txBody>
      </p:sp>
      <p:sp>
        <p:nvSpPr>
          <p:cNvPr id="1078274" name="Rectangle 2">
            <a:extLst>
              <a:ext uri="{FF2B5EF4-FFF2-40B4-BE49-F238E27FC236}">
                <a16:creationId xmlns:a16="http://schemas.microsoft.com/office/drawing/2014/main" id="{036C0D00-6506-01CD-3A69-0AB85A26A6B7}"/>
              </a:ext>
            </a:extLst>
          </p:cNvPr>
          <p:cNvSpPr>
            <a:spLocks noGrp="1" noChangeArrowheads="1"/>
          </p:cNvSpPr>
          <p:nvPr>
            <p:ph type="title"/>
          </p:nvPr>
        </p:nvSpPr>
        <p:spPr>
          <a:noFill/>
          <a:ln>
            <a:noFill/>
          </a:ln>
        </p:spPr>
        <p:txBody>
          <a:bodyPr spcFirstLastPara="1" wrap="square" lIns="91425" tIns="91425" rIns="91425" bIns="91425" anchor="t" anchorCtr="0">
            <a:noAutofit/>
          </a:bodyPr>
          <a:lstStyle/>
          <a:p>
            <a:pPr>
              <a:tabLst>
                <a:tab pos="460375" algn="l"/>
              </a:tabLst>
            </a:pPr>
            <a:r>
              <a:rPr lang="en-US" altLang="en-US" dirty="0">
                <a:solidFill>
                  <a:schemeClr val="hlink"/>
                </a:solidFill>
              </a:rPr>
              <a:t>3.  Maintenance Organization Processes</a:t>
            </a:r>
          </a:p>
        </p:txBody>
      </p:sp>
    </p:spTree>
    <p:extLst>
      <p:ext uri="{BB962C8B-B14F-4D97-AF65-F5344CB8AC3E}">
        <p14:creationId xmlns:p14="http://schemas.microsoft.com/office/powerpoint/2010/main" val="124179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0D7EB5-AFFD-0C9E-C424-7437121CFF04}"/>
              </a:ext>
            </a:extLst>
          </p:cNvPr>
          <p:cNvSpPr>
            <a:spLocks noGrp="1"/>
          </p:cNvSpPr>
          <p:nvPr>
            <p:ph type="body" idx="1"/>
          </p:nvPr>
        </p:nvSpPr>
        <p:spPr>
          <a:xfrm>
            <a:off x="720000" y="1215749"/>
            <a:ext cx="7710900" cy="3519283"/>
          </a:xfrm>
        </p:spPr>
        <p:txBody>
          <a:bodyPr/>
          <a:lstStyle/>
          <a:p>
            <a:pPr marL="0" indent="0">
              <a:buNone/>
            </a:pPr>
            <a:r>
              <a:rPr lang="en-US" altLang="en-US" sz="1400" b="0" dirty="0">
                <a:solidFill>
                  <a:srgbClr val="000000"/>
                </a:solidFill>
              </a:rPr>
              <a:t>Maintenance activities cannot ignore the human element, because software production and maintenance are human intensive activities. </a:t>
            </a:r>
          </a:p>
          <a:p>
            <a:pPr marL="0" indent="0">
              <a:buNone/>
            </a:pPr>
            <a:endParaRPr lang="en-US" altLang="en-US" sz="1400" dirty="0">
              <a:solidFill>
                <a:srgbClr val="000000"/>
              </a:solidFill>
            </a:endParaRPr>
          </a:p>
          <a:p>
            <a:pPr marL="0" indent="0">
              <a:buNone/>
            </a:pPr>
            <a:r>
              <a:rPr lang="en-US" altLang="en-US" sz="1400" b="0" dirty="0">
                <a:solidFill>
                  <a:srgbClr val="000000"/>
                </a:solidFill>
              </a:rPr>
              <a:t>The three people-centric concepts related to maintenance are as follows:</a:t>
            </a:r>
          </a:p>
          <a:p>
            <a:pPr>
              <a:buFontTx/>
              <a:buChar char="•"/>
            </a:pPr>
            <a:endParaRPr lang="en-US" altLang="en-US" sz="1400" b="0" dirty="0">
              <a:solidFill>
                <a:srgbClr val="000000"/>
              </a:solidFill>
            </a:endParaRPr>
          </a:p>
          <a:p>
            <a:pPr marL="227013" lvl="1" indent="-227013">
              <a:buFont typeface="+mj-lt"/>
              <a:buAutoNum type="alphaLcParenR"/>
            </a:pPr>
            <a:r>
              <a:rPr lang="en-US" altLang="en-US" sz="1400" b="1" dirty="0">
                <a:solidFill>
                  <a:schemeClr val="hlink"/>
                </a:solidFill>
              </a:rPr>
              <a:t>Maintenance organization:</a:t>
            </a:r>
            <a:r>
              <a:rPr lang="en-US" altLang="en-US" sz="1400" b="1" dirty="0">
                <a:solidFill>
                  <a:srgbClr val="000000"/>
                </a:solidFill>
              </a:rPr>
              <a:t> </a:t>
            </a:r>
            <a:r>
              <a:rPr lang="en-US" altLang="en-US" sz="1400" b="0" dirty="0">
                <a:solidFill>
                  <a:srgbClr val="000000"/>
                </a:solidFill>
              </a:rPr>
              <a:t>This is the organization that maintains the product(s).</a:t>
            </a:r>
          </a:p>
          <a:p>
            <a:pPr marL="227013" lvl="1" indent="-227013">
              <a:buFont typeface="+mj-lt"/>
              <a:buAutoNum type="alphaLcParenR"/>
            </a:pPr>
            <a:endParaRPr lang="en-US" altLang="en-US" sz="1400" b="0" dirty="0">
              <a:solidFill>
                <a:srgbClr val="000000"/>
              </a:solidFill>
            </a:endParaRPr>
          </a:p>
          <a:p>
            <a:pPr marL="227013" lvl="1" indent="-227013">
              <a:buFont typeface="+mj-lt"/>
              <a:buAutoNum type="alphaLcParenR"/>
            </a:pPr>
            <a:r>
              <a:rPr lang="en-US" altLang="en-US" sz="1400" b="1" dirty="0">
                <a:solidFill>
                  <a:schemeClr val="hlink"/>
                </a:solidFill>
              </a:rPr>
              <a:t>Client organization:</a:t>
            </a:r>
            <a:r>
              <a:rPr lang="en-US" altLang="en-US" sz="1400" b="1" dirty="0">
                <a:solidFill>
                  <a:srgbClr val="000000"/>
                </a:solidFill>
              </a:rPr>
              <a:t> </a:t>
            </a:r>
            <a:r>
              <a:rPr lang="en-US" altLang="en-US" sz="1400" b="0" dirty="0">
                <a:solidFill>
                  <a:srgbClr val="000000"/>
                </a:solidFill>
              </a:rPr>
              <a:t>A client organization uses the maintained system.</a:t>
            </a:r>
          </a:p>
          <a:p>
            <a:pPr marL="227013" lvl="1" indent="-227013">
              <a:buFont typeface="+mj-lt"/>
              <a:buAutoNum type="alphaLcParenR"/>
            </a:pPr>
            <a:endParaRPr lang="en-US" altLang="en-US" sz="1400" b="0" dirty="0">
              <a:solidFill>
                <a:srgbClr val="000000"/>
              </a:solidFill>
            </a:endParaRPr>
          </a:p>
          <a:p>
            <a:pPr marL="227013" lvl="1" indent="-227013">
              <a:buFont typeface="+mj-lt"/>
              <a:buAutoNum type="alphaLcParenR"/>
            </a:pPr>
            <a:r>
              <a:rPr lang="en-US" altLang="en-US" sz="1400" b="1" dirty="0">
                <a:solidFill>
                  <a:schemeClr val="hlink"/>
                </a:solidFill>
              </a:rPr>
              <a:t>Human resource:</a:t>
            </a:r>
            <a:r>
              <a:rPr lang="en-US" altLang="en-US" sz="1400" b="1" dirty="0">
                <a:solidFill>
                  <a:srgbClr val="000000"/>
                </a:solidFill>
              </a:rPr>
              <a:t> </a:t>
            </a:r>
            <a:r>
              <a:rPr lang="en-US" altLang="en-US" sz="1400" b="0" dirty="0">
                <a:solidFill>
                  <a:srgbClr val="000000"/>
                </a:solidFill>
              </a:rPr>
              <a:t>Human resource includes personnel from the maintenance and client organizations.</a:t>
            </a:r>
          </a:p>
          <a:p>
            <a:pPr marL="227013" indent="-227013"/>
            <a:endParaRPr lang="en-MY" sz="1400" dirty="0"/>
          </a:p>
        </p:txBody>
      </p:sp>
      <p:sp>
        <p:nvSpPr>
          <p:cNvPr id="1072130" name="Rectangle 2">
            <a:extLst>
              <a:ext uri="{FF2B5EF4-FFF2-40B4-BE49-F238E27FC236}">
                <a16:creationId xmlns:a16="http://schemas.microsoft.com/office/drawing/2014/main" id="{A5A31D6F-92B1-90BC-1856-5508CF719C4A}"/>
              </a:ext>
            </a:extLst>
          </p:cNvPr>
          <p:cNvSpPr>
            <a:spLocks noGrp="1" noChangeArrowheads="1"/>
          </p:cNvSpPr>
          <p:nvPr>
            <p:ph type="title"/>
          </p:nvPr>
        </p:nvSpPr>
        <p:spPr>
          <a:noFill/>
          <a:ln>
            <a:noFill/>
          </a:ln>
        </p:spPr>
        <p:txBody>
          <a:bodyPr spcFirstLastPara="1" wrap="square" lIns="91425" tIns="91425" rIns="91425" bIns="91425" anchor="t" anchorCtr="0">
            <a:noAutofit/>
          </a:bodyPr>
          <a:lstStyle/>
          <a:p>
            <a:pPr>
              <a:tabLst>
                <a:tab pos="460375" algn="l"/>
              </a:tabLst>
            </a:pPr>
            <a:r>
              <a:rPr lang="en-US" altLang="en-US" dirty="0">
                <a:solidFill>
                  <a:schemeClr val="hlink"/>
                </a:solidFill>
              </a:rPr>
              <a:t>4.  Peopleware</a:t>
            </a:r>
          </a:p>
        </p:txBody>
      </p:sp>
    </p:spTree>
    <p:extLst>
      <p:ext uri="{BB962C8B-B14F-4D97-AF65-F5344CB8AC3E}">
        <p14:creationId xmlns:p14="http://schemas.microsoft.com/office/powerpoint/2010/main" val="3506445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20B016-B2C2-1F64-1A6D-01B32BD52005}"/>
              </a:ext>
            </a:extLst>
          </p:cNvPr>
          <p:cNvSpPr>
            <a:spLocks noGrp="1"/>
          </p:cNvSpPr>
          <p:nvPr>
            <p:ph type="body" idx="1"/>
          </p:nvPr>
        </p:nvSpPr>
        <p:spPr/>
        <p:txBody>
          <a:bodyPr/>
          <a:lstStyle/>
          <a:p>
            <a:pPr marL="227013" indent="-227013"/>
            <a:r>
              <a:rPr lang="en-US" dirty="0"/>
              <a:t>Finally, the following user and customer issues affect maintenance:</a:t>
            </a:r>
          </a:p>
          <a:p>
            <a:pPr marL="227013" indent="-227013"/>
            <a:endParaRPr lang="en-US" dirty="0"/>
          </a:p>
          <a:p>
            <a:pPr marL="460375" lvl="1" indent="-234950">
              <a:buFont typeface="Courier New" panose="02070309020205020404" pitchFamily="49" charset="0"/>
              <a:buChar char="o"/>
            </a:pPr>
            <a:r>
              <a:rPr lang="en-US" dirty="0"/>
              <a:t>Size: The size of the customer base and the number of licenses they hold affect the amount of effort needed to support a system.</a:t>
            </a:r>
          </a:p>
          <a:p>
            <a:pPr marL="460375" lvl="1" indent="-234950">
              <a:buFont typeface="Courier New" panose="02070309020205020404" pitchFamily="49" charset="0"/>
              <a:buChar char="o"/>
            </a:pPr>
            <a:endParaRPr lang="en-US" dirty="0"/>
          </a:p>
          <a:p>
            <a:pPr marL="460375" lvl="1" indent="-234950">
              <a:buFont typeface="Courier New" panose="02070309020205020404" pitchFamily="49" charset="0"/>
              <a:buChar char="o"/>
            </a:pPr>
            <a:r>
              <a:rPr lang="en-US" dirty="0"/>
              <a:t>Variability: High variability in the customer base impacts the scope of maintenance tasks.</a:t>
            </a:r>
          </a:p>
          <a:p>
            <a:pPr marL="460375" lvl="1" indent="-234950">
              <a:buFont typeface="Courier New" panose="02070309020205020404" pitchFamily="49" charset="0"/>
              <a:buChar char="o"/>
            </a:pPr>
            <a:endParaRPr lang="en-US" dirty="0"/>
          </a:p>
          <a:p>
            <a:pPr marL="460375" lvl="1" indent="-234950">
              <a:buFont typeface="Courier New" panose="02070309020205020404" pitchFamily="49" charset="0"/>
              <a:buChar char="o"/>
            </a:pPr>
            <a:r>
              <a:rPr lang="en-US" dirty="0"/>
              <a:t>Common goals: The extent to which the users and the customer have common goals affect the SLAs. </a:t>
            </a:r>
          </a:p>
          <a:p>
            <a:pPr marL="171450" indent="-171450">
              <a:buFont typeface="Courier New" panose="02070309020205020404" pitchFamily="49" charset="0"/>
              <a:buChar char="o"/>
            </a:pPr>
            <a:endParaRPr lang="en-US" dirty="0"/>
          </a:p>
          <a:p>
            <a:pPr marL="227013" indent="-227013">
              <a:spcAft>
                <a:spcPts val="600"/>
              </a:spcAft>
            </a:pPr>
            <a:r>
              <a:rPr lang="en-US" dirty="0"/>
              <a:t>Ultimately, customers fund maintenance activities.</a:t>
            </a:r>
          </a:p>
          <a:p>
            <a:pPr marL="227013" indent="-227013">
              <a:spcAft>
                <a:spcPts val="600"/>
              </a:spcAft>
            </a:pPr>
            <a:r>
              <a:rPr lang="en-US" dirty="0"/>
              <a:t>If the customers do not have a good understanding of the requirements of the actual users, some SLAs may not be appropriate to the end users.</a:t>
            </a:r>
          </a:p>
          <a:p>
            <a:pPr marL="227013" indent="-227013"/>
            <a:endParaRPr lang="en-MY" dirty="0"/>
          </a:p>
        </p:txBody>
      </p:sp>
      <p:sp>
        <p:nvSpPr>
          <p:cNvPr id="1080322" name="Rectangle 2">
            <a:extLst>
              <a:ext uri="{FF2B5EF4-FFF2-40B4-BE49-F238E27FC236}">
                <a16:creationId xmlns:a16="http://schemas.microsoft.com/office/drawing/2014/main" id="{0D6EF6D8-A458-4BF3-C59E-21994CB8A360}"/>
              </a:ext>
            </a:extLst>
          </p:cNvPr>
          <p:cNvSpPr>
            <a:spLocks noGrp="1" noChangeArrowheads="1"/>
          </p:cNvSpPr>
          <p:nvPr>
            <p:ph type="title"/>
          </p:nvPr>
        </p:nvSpPr>
        <p:spPr>
          <a:noFill/>
          <a:ln>
            <a:noFill/>
          </a:ln>
        </p:spPr>
        <p:txBody>
          <a:bodyPr spcFirstLastPara="1" wrap="square" lIns="91425" tIns="91425" rIns="91425" bIns="91425" anchor="t" anchorCtr="0">
            <a:noAutofit/>
          </a:bodyPr>
          <a:lstStyle/>
          <a:p>
            <a:pPr>
              <a:tabLst>
                <a:tab pos="460375" algn="l"/>
              </a:tabLst>
            </a:pPr>
            <a:r>
              <a:rPr lang="en-US" altLang="en-US" sz="2400" dirty="0">
                <a:solidFill>
                  <a:schemeClr val="hlink"/>
                </a:solidFill>
              </a:rPr>
              <a:t>4.  Peopleware</a:t>
            </a:r>
          </a:p>
        </p:txBody>
      </p:sp>
    </p:spTree>
    <p:extLst>
      <p:ext uri="{BB962C8B-B14F-4D97-AF65-F5344CB8AC3E}">
        <p14:creationId xmlns:p14="http://schemas.microsoft.com/office/powerpoint/2010/main" val="1422997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6C60FC-FB5C-8990-8F65-13E84D3A3DC9}"/>
              </a:ext>
            </a:extLst>
          </p:cNvPr>
          <p:cNvSpPr>
            <a:spLocks noGrp="1"/>
          </p:cNvSpPr>
          <p:nvPr>
            <p:ph type="body" idx="1"/>
          </p:nvPr>
        </p:nvSpPr>
        <p:spPr>
          <a:xfrm>
            <a:off x="720000" y="816205"/>
            <a:ext cx="7710900" cy="399000"/>
          </a:xfrm>
        </p:spPr>
        <p:txBody>
          <a:bodyPr/>
          <a:lstStyle/>
          <a:p>
            <a:pPr marL="227013" indent="-227013">
              <a:buFontTx/>
              <a:buChar char="•"/>
            </a:pPr>
            <a:r>
              <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A commercial off-the-shelf (COTS) component is defined as: </a:t>
            </a:r>
          </a:p>
          <a:p>
            <a:pPr marL="460375" lvl="2" indent="-3175">
              <a:spcBef>
                <a:spcPts val="600"/>
              </a:spcBef>
              <a:buNone/>
            </a:pPr>
            <a:r>
              <a:rPr lang="en-US" altLang="en-US" b="0" i="1" dirty="0">
                <a:solidFill>
                  <a:srgbClr val="0000FF"/>
                </a:solidFill>
                <a:latin typeface="Open Sans" panose="020B0606030504020204" pitchFamily="34" charset="0"/>
                <a:ea typeface="Open Sans" panose="020B0606030504020204" pitchFamily="34" charset="0"/>
                <a:cs typeface="Open Sans" panose="020B0606030504020204" pitchFamily="34" charset="0"/>
              </a:rPr>
              <a:t>A unit of composition with contractually specified interfaces and explicit context dependencies only. </a:t>
            </a:r>
          </a:p>
          <a:p>
            <a:pPr marL="460375" lvl="2" indent="-3175">
              <a:spcBef>
                <a:spcPts val="600"/>
              </a:spcBef>
              <a:spcAft>
                <a:spcPts val="1200"/>
              </a:spcAft>
              <a:buNone/>
            </a:pPr>
            <a:r>
              <a:rPr lang="en-US" altLang="en-US" b="0" i="1" dirty="0">
                <a:solidFill>
                  <a:srgbClr val="0000FF"/>
                </a:solidFill>
                <a:latin typeface="Open Sans" panose="020B0606030504020204" pitchFamily="34" charset="0"/>
                <a:ea typeface="Open Sans" panose="020B0606030504020204" pitchFamily="34" charset="0"/>
                <a:cs typeface="Open Sans" panose="020B0606030504020204" pitchFamily="34" charset="0"/>
              </a:rPr>
              <a:t>A software component can be deployed independently and is subject to composition by third parties.</a:t>
            </a:r>
          </a:p>
          <a:p>
            <a:pPr marL="227013" indent="-227013">
              <a:spcAft>
                <a:spcPts val="600"/>
              </a:spcAft>
              <a:buFont typeface="Arial" panose="020B0604020202020204" pitchFamily="34" charset="0"/>
              <a:buChar char="•"/>
            </a:pPr>
            <a:r>
              <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The use of COTS components is increasing in modern software development because of the following reasons: </a:t>
            </a:r>
          </a:p>
          <a:p>
            <a:pPr marL="687388" lvl="4" indent="-227013">
              <a:spcAft>
                <a:spcPts val="600"/>
              </a:spcAft>
              <a:buFont typeface="+mj-lt"/>
              <a:buAutoNum type="romanLcPeriod"/>
            </a:pPr>
            <a:r>
              <a:rPr lang="en-US" altLang="en-US" b="0" dirty="0">
                <a:solidFill>
                  <a:srgbClr val="000000"/>
                </a:solidFill>
                <a:latin typeface="Open Sans" panose="020B0606030504020204" pitchFamily="34" charset="0"/>
                <a:ea typeface="Open Sans" panose="020B0606030504020204" pitchFamily="34" charset="0"/>
                <a:cs typeface="Open Sans" panose="020B0606030504020204" pitchFamily="34" charset="0"/>
              </a:rPr>
              <a:t>There is significant gain in productivity due to reusing commercial components; </a:t>
            </a:r>
          </a:p>
          <a:p>
            <a:pPr marL="687388" lvl="4" indent="-227013">
              <a:spcAft>
                <a:spcPts val="600"/>
              </a:spcAft>
              <a:buFont typeface="+mj-lt"/>
              <a:buAutoNum type="romanLcPeriod"/>
            </a:pPr>
            <a:r>
              <a:rPr lang="en-US" altLang="en-US" b="0" dirty="0">
                <a:solidFill>
                  <a:srgbClr val="000000"/>
                </a:solidFill>
                <a:latin typeface="Open Sans" panose="020B0606030504020204" pitchFamily="34" charset="0"/>
                <a:ea typeface="Open Sans" panose="020B0606030504020204" pitchFamily="34" charset="0"/>
                <a:cs typeface="Open Sans" panose="020B0606030504020204" pitchFamily="34" charset="0"/>
              </a:rPr>
              <a:t>the time to market the product decreases; </a:t>
            </a:r>
          </a:p>
          <a:p>
            <a:pPr marL="687388" lvl="4" indent="-227013">
              <a:spcAft>
                <a:spcPts val="600"/>
              </a:spcAft>
              <a:buFont typeface="+mj-lt"/>
              <a:buAutoNum type="romanLcPeriod"/>
            </a:pPr>
            <a:r>
              <a:rPr lang="en-US" altLang="en-US" b="0" dirty="0">
                <a:solidFill>
                  <a:srgbClr val="000000"/>
                </a:solidFill>
                <a:latin typeface="Open Sans" panose="020B0606030504020204" pitchFamily="34" charset="0"/>
                <a:ea typeface="Open Sans" panose="020B0606030504020204" pitchFamily="34" charset="0"/>
                <a:cs typeface="Open Sans" panose="020B0606030504020204" pitchFamily="34" charset="0"/>
              </a:rPr>
              <a:t>The product quality is expected to be high, assuming that the COTS components have been well tested; and </a:t>
            </a:r>
          </a:p>
          <a:p>
            <a:pPr marL="687388" lvl="4" indent="-227013">
              <a:spcAft>
                <a:spcPts val="600"/>
              </a:spcAft>
              <a:buFont typeface="+mj-lt"/>
              <a:buAutoNum type="romanLcPeriod"/>
            </a:pPr>
            <a:r>
              <a:rPr lang="en-US" altLang="en-US" b="0" dirty="0">
                <a:solidFill>
                  <a:srgbClr val="000000"/>
                </a:solidFill>
                <a:latin typeface="Open Sans" panose="020B0606030504020204" pitchFamily="34" charset="0"/>
                <a:ea typeface="Open Sans" panose="020B0606030504020204" pitchFamily="34" charset="0"/>
                <a:cs typeface="Open Sans" panose="020B0606030504020204" pitchFamily="34" charset="0"/>
              </a:rPr>
              <a:t>There is efficient use of human resources due to the fact that development personnel will be freed up for other tasks.</a:t>
            </a:r>
          </a:p>
          <a:p>
            <a:pPr marL="227013" indent="-227013">
              <a:buFontTx/>
              <a:buChar char="•"/>
            </a:pPr>
            <a:r>
              <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The black-box nature of COTS components prevents system integrators from modifying the components to better meet user’s requirements.</a:t>
            </a:r>
          </a:p>
          <a:p>
            <a:pPr marL="227013" indent="-227013">
              <a:buNone/>
            </a:pPr>
            <a:endPar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227013" indent="-227013">
              <a:buFontTx/>
              <a:buChar char="•"/>
            </a:pPr>
            <a:r>
              <a:rPr lang="en-US" altLang="en-US" sz="1400" b="0" dirty="0">
                <a:solidFill>
                  <a:srgbClr val="000000"/>
                </a:solidFill>
                <a:latin typeface="Open Sans" panose="020B0606030504020204" pitchFamily="34" charset="0"/>
                <a:ea typeface="Open Sans" panose="020B0606030504020204" pitchFamily="34" charset="0"/>
                <a:cs typeface="Open Sans" panose="020B0606030504020204" pitchFamily="34" charset="0"/>
              </a:rPr>
              <a:t>The integrators have no visibility of the details of the components, their evolutions, or their maintenance.</a:t>
            </a:r>
          </a:p>
        </p:txBody>
      </p:sp>
      <p:sp>
        <p:nvSpPr>
          <p:cNvPr id="1154050" name="Rectangle 2">
            <a:extLst>
              <a:ext uri="{FF2B5EF4-FFF2-40B4-BE49-F238E27FC236}">
                <a16:creationId xmlns:a16="http://schemas.microsoft.com/office/drawing/2014/main" id="{B2F13442-C1BA-528B-CC50-E9436C2486B6}"/>
              </a:ext>
            </a:extLst>
          </p:cNvPr>
          <p:cNvSpPr>
            <a:spLocks noGrp="1" noChangeArrowheads="1"/>
          </p:cNvSpPr>
          <p:nvPr>
            <p:ph type="title"/>
          </p:nvPr>
        </p:nvSpPr>
        <p:spPr/>
        <p:txBody>
          <a:bodyPr/>
          <a:lstStyle/>
          <a:p>
            <a:r>
              <a:rPr lang="en-US" altLang="en-US" dirty="0">
                <a:solidFill>
                  <a:schemeClr val="hlink"/>
                </a:solidFill>
              </a:rPr>
              <a:t>Maintenance of COTS-based Systems</a:t>
            </a:r>
          </a:p>
        </p:txBody>
      </p:sp>
    </p:spTree>
    <p:extLst>
      <p:ext uri="{BB962C8B-B14F-4D97-AF65-F5344CB8AC3E}">
        <p14:creationId xmlns:p14="http://schemas.microsoft.com/office/powerpoint/2010/main" val="137218568"/>
      </p:ext>
    </p:extLst>
  </p:cSld>
  <p:clrMapOvr>
    <a:overrideClrMapping bg1="lt1" tx1="dk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DE049A4-C736-0D03-4D4F-07AD4481E945}"/>
              </a:ext>
            </a:extLst>
          </p:cNvPr>
          <p:cNvSpPr>
            <a:spLocks noGrp="1"/>
          </p:cNvSpPr>
          <p:nvPr>
            <p:ph type="body" idx="1"/>
          </p:nvPr>
        </p:nvSpPr>
        <p:spPr/>
        <p:txBody>
          <a:bodyPr/>
          <a:lstStyle/>
          <a:p>
            <a:pPr marL="227013" indent="-227013">
              <a:spcAft>
                <a:spcPts val="600"/>
              </a:spcAft>
              <a:buFont typeface="Arial" panose="020B0604020202020204" pitchFamily="34" charset="0"/>
              <a:buChar char="•"/>
            </a:pPr>
            <a:r>
              <a:rPr lang="en-US" altLang="en-US" sz="1400" dirty="0">
                <a:solidFill>
                  <a:srgbClr val="000000"/>
                </a:solidFill>
              </a:rPr>
              <a:t>The only source code being written and modified by the integrators is what is needed for integrating the COTS based systems. </a:t>
            </a:r>
          </a:p>
          <a:p>
            <a:pPr marL="227013" indent="-227013">
              <a:spcAft>
                <a:spcPts val="600"/>
              </a:spcAft>
              <a:buFont typeface="Arial" panose="020B0604020202020204" pitchFamily="34" charset="0"/>
              <a:buChar char="•"/>
            </a:pPr>
            <a:r>
              <a:rPr lang="en-US" altLang="en-US" sz="1400" dirty="0">
                <a:solidFill>
                  <a:srgbClr val="000000"/>
                </a:solidFill>
              </a:rPr>
              <a:t> This includes code for: </a:t>
            </a:r>
          </a:p>
          <a:p>
            <a:pPr marL="609600" lvl="1" indent="0">
              <a:spcAft>
                <a:spcPts val="600"/>
              </a:spcAft>
              <a:buNone/>
            </a:pPr>
            <a:r>
              <a:rPr lang="en-US" altLang="en-US" sz="1400" dirty="0">
                <a:solidFill>
                  <a:srgbClr val="000000"/>
                </a:solidFill>
              </a:rPr>
              <a:t>(</a:t>
            </a:r>
            <a:r>
              <a:rPr lang="en-US" altLang="en-US" sz="1400" dirty="0" err="1">
                <a:solidFill>
                  <a:srgbClr val="000000"/>
                </a:solidFill>
              </a:rPr>
              <a:t>i</a:t>
            </a:r>
            <a:r>
              <a:rPr lang="en-US" altLang="en-US" sz="1400" dirty="0">
                <a:solidFill>
                  <a:srgbClr val="000000"/>
                </a:solidFill>
              </a:rPr>
              <a:t>) Tailoring and Wrapping the individual components, and</a:t>
            </a:r>
          </a:p>
          <a:p>
            <a:pPr marL="609600" lvl="1" indent="0">
              <a:spcAft>
                <a:spcPts val="600"/>
              </a:spcAft>
              <a:buNone/>
            </a:pPr>
            <a:r>
              <a:rPr lang="en-US" altLang="en-US" sz="1400" dirty="0">
                <a:solidFill>
                  <a:srgbClr val="000000"/>
                </a:solidFill>
              </a:rPr>
              <a:t>(ii) Glue code required to put the components together.</a:t>
            </a:r>
          </a:p>
          <a:p>
            <a:pPr>
              <a:spcAft>
                <a:spcPts val="600"/>
              </a:spcAft>
              <a:buFont typeface="Arial" panose="020B0604020202020204" pitchFamily="34" charset="0"/>
              <a:buChar char="•"/>
            </a:pPr>
            <a:endParaRPr lang="en-US" altLang="en-US" sz="1400" dirty="0">
              <a:solidFill>
                <a:srgbClr val="000000"/>
              </a:solidFill>
            </a:endParaRPr>
          </a:p>
          <a:p>
            <a:pPr marL="227013" indent="-227013">
              <a:spcAft>
                <a:spcPts val="600"/>
              </a:spcAft>
              <a:buFont typeface="Arial" panose="020B0604020202020204" pitchFamily="34" charset="0"/>
              <a:buChar char="•"/>
            </a:pPr>
            <a:r>
              <a:rPr lang="en-US" altLang="en-US" sz="1400" b="1" dirty="0">
                <a:solidFill>
                  <a:schemeClr val="hlink"/>
                </a:solidFill>
              </a:rPr>
              <a:t>Wrapper</a:t>
            </a:r>
            <a:r>
              <a:rPr lang="en-US" altLang="en-US" sz="1400" dirty="0">
                <a:solidFill>
                  <a:schemeClr val="hlink"/>
                </a:solidFill>
              </a:rPr>
              <a:t>:</a:t>
            </a:r>
            <a:r>
              <a:rPr lang="en-US" altLang="en-US" sz="1400" dirty="0">
                <a:solidFill>
                  <a:srgbClr val="000000"/>
                </a:solidFill>
              </a:rPr>
              <a:t> It is a piece of code that one builds to isolate the underlying components from other components of the system.</a:t>
            </a:r>
          </a:p>
          <a:p>
            <a:pPr marL="227013" indent="-227013">
              <a:spcAft>
                <a:spcPts val="600"/>
              </a:spcAft>
              <a:buFont typeface="Arial" panose="020B0604020202020204" pitchFamily="34" charset="0"/>
              <a:buChar char="•"/>
            </a:pPr>
            <a:r>
              <a:rPr lang="en-US" altLang="en-US" sz="1400" b="1" dirty="0">
                <a:solidFill>
                  <a:schemeClr val="hlink"/>
                </a:solidFill>
              </a:rPr>
              <a:t>Glue</a:t>
            </a:r>
            <a:r>
              <a:rPr lang="en-US" altLang="en-US" sz="1400" dirty="0">
                <a:solidFill>
                  <a:schemeClr val="hlink"/>
                </a:solidFill>
              </a:rPr>
              <a:t>:</a:t>
            </a:r>
            <a:r>
              <a:rPr lang="en-US" altLang="en-US" sz="1400" dirty="0">
                <a:solidFill>
                  <a:srgbClr val="000000"/>
                </a:solidFill>
              </a:rPr>
              <a:t> A glue component provides the functionality to combine different components.</a:t>
            </a:r>
          </a:p>
          <a:p>
            <a:pPr marL="227013" indent="-227013">
              <a:spcAft>
                <a:spcPts val="600"/>
              </a:spcAft>
              <a:buFont typeface="Arial" panose="020B0604020202020204" pitchFamily="34" charset="0"/>
              <a:buChar char="•"/>
            </a:pPr>
            <a:r>
              <a:rPr lang="en-US" altLang="en-US" sz="1400" b="1" dirty="0">
                <a:solidFill>
                  <a:schemeClr val="hlink"/>
                </a:solidFill>
              </a:rPr>
              <a:t>Tailoring</a:t>
            </a:r>
            <a:r>
              <a:rPr lang="en-US" altLang="en-US" sz="1400" dirty="0">
                <a:solidFill>
                  <a:schemeClr val="hlink"/>
                </a:solidFill>
              </a:rPr>
              <a:t>:</a:t>
            </a:r>
            <a:r>
              <a:rPr lang="en-US" altLang="en-US" sz="1400" dirty="0">
                <a:solidFill>
                  <a:srgbClr val="000000"/>
                </a:solidFill>
              </a:rPr>
              <a:t> Components tailoring refers to the ability to enhance the functionality of a component.</a:t>
            </a:r>
            <a:r>
              <a:rPr lang="en-US" altLang="en-US" sz="1400" dirty="0">
                <a:solidFill>
                  <a:schemeClr val="bg1"/>
                </a:solidFill>
              </a:rPr>
              <a:t>is done by adding some elements to a component to enrich it with a functionality not provided by the </a:t>
            </a:r>
            <a:r>
              <a:rPr lang="en-US" altLang="en-US" sz="1400" dirty="0" err="1">
                <a:solidFill>
                  <a:schemeClr val="bg1"/>
                </a:solidFill>
              </a:rPr>
              <a:t>ven</a:t>
            </a:r>
            <a:r>
              <a:rPr lang="en-US" altLang="en-US" sz="1400" dirty="0">
                <a:solidFill>
                  <a:schemeClr val="bg1"/>
                </a:solidFill>
              </a:rPr>
              <a:t>      Tailoring does not involve modifying the source code of the component.</a:t>
            </a:r>
            <a:endParaRPr lang="en-US" altLang="en-US" sz="1400" dirty="0">
              <a:solidFill>
                <a:srgbClr val="000000"/>
              </a:solidFill>
            </a:endParaRPr>
          </a:p>
          <a:p>
            <a:endParaRPr lang="en-MY" sz="1400" dirty="0"/>
          </a:p>
        </p:txBody>
      </p:sp>
      <p:sp>
        <p:nvSpPr>
          <p:cNvPr id="1156098" name="Rectangle 2">
            <a:extLst>
              <a:ext uri="{FF2B5EF4-FFF2-40B4-BE49-F238E27FC236}">
                <a16:creationId xmlns:a16="http://schemas.microsoft.com/office/drawing/2014/main" id="{C2BFCC08-88C8-5E41-C269-0ADB18E061AB}"/>
              </a:ext>
            </a:extLst>
          </p:cNvPr>
          <p:cNvSpPr>
            <a:spLocks noGrp="1" noChangeArrowheads="1"/>
          </p:cNvSpPr>
          <p:nvPr>
            <p:ph type="title"/>
          </p:nvPr>
        </p:nvSpPr>
        <p:spPr>
          <a:noFill/>
          <a:ln>
            <a:noFill/>
          </a:ln>
        </p:spPr>
        <p:txBody>
          <a:bodyPr spcFirstLastPara="1" wrap="square" lIns="91425" tIns="91425" rIns="91425" bIns="91425" anchor="t" anchorCtr="0">
            <a:noAutofit/>
          </a:bodyPr>
          <a:lstStyle/>
          <a:p>
            <a:r>
              <a:rPr lang="en-US" altLang="en-US" dirty="0">
                <a:solidFill>
                  <a:schemeClr val="hlink"/>
                </a:solidFill>
              </a:rPr>
              <a:t>Maintenance of COTS-based Systems</a:t>
            </a:r>
          </a:p>
        </p:txBody>
      </p:sp>
    </p:spTree>
    <p:extLst>
      <p:ext uri="{BB962C8B-B14F-4D97-AF65-F5344CB8AC3E}">
        <p14:creationId xmlns:p14="http://schemas.microsoft.com/office/powerpoint/2010/main" val="1120474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13A1C3-7A80-F1B4-7E84-73575BF1EA21}"/>
              </a:ext>
            </a:extLst>
          </p:cNvPr>
          <p:cNvSpPr>
            <a:spLocks noGrp="1"/>
          </p:cNvSpPr>
          <p:nvPr>
            <p:ph type="body" idx="1"/>
          </p:nvPr>
        </p:nvSpPr>
        <p:spPr/>
        <p:txBody>
          <a:bodyPr/>
          <a:lstStyle/>
          <a:p>
            <a:r>
              <a:rPr lang="en-US" altLang="en-US" sz="1400" b="0" dirty="0">
                <a:solidFill>
                  <a:srgbClr val="0000FF"/>
                </a:solidFill>
              </a:rPr>
              <a:t>Frozen functionality.</a:t>
            </a:r>
          </a:p>
          <a:p>
            <a:endParaRPr lang="en-US" altLang="en-US" sz="1400" b="0" dirty="0">
              <a:solidFill>
                <a:srgbClr val="0000FF"/>
              </a:solidFill>
            </a:endParaRPr>
          </a:p>
          <a:p>
            <a:r>
              <a:rPr lang="en-US" altLang="en-US" sz="1400" b="0" dirty="0">
                <a:solidFill>
                  <a:srgbClr val="0000FF"/>
                </a:solidFill>
              </a:rPr>
              <a:t>Incompatibility of upgrades.</a:t>
            </a:r>
          </a:p>
          <a:p>
            <a:endParaRPr lang="en-US" altLang="en-US" sz="1400" b="0" dirty="0">
              <a:solidFill>
                <a:srgbClr val="0000FF"/>
              </a:solidFill>
            </a:endParaRPr>
          </a:p>
          <a:p>
            <a:r>
              <a:rPr lang="en-US" altLang="en-US" sz="1400" b="0" dirty="0">
                <a:solidFill>
                  <a:srgbClr val="0000FF"/>
                </a:solidFill>
              </a:rPr>
              <a:t>Trojan horses.</a:t>
            </a:r>
          </a:p>
          <a:p>
            <a:endParaRPr lang="en-US" altLang="en-US" sz="1400" b="0" dirty="0">
              <a:solidFill>
                <a:srgbClr val="0000FF"/>
              </a:solidFill>
            </a:endParaRPr>
          </a:p>
          <a:p>
            <a:r>
              <a:rPr lang="en-US" altLang="en-US" sz="1400" b="0" dirty="0">
                <a:solidFill>
                  <a:srgbClr val="0000FF"/>
                </a:solidFill>
              </a:rPr>
              <a:t>Unreliable COTS components.</a:t>
            </a:r>
          </a:p>
          <a:p>
            <a:endParaRPr lang="en-US" altLang="en-US" sz="1400" b="0" dirty="0">
              <a:solidFill>
                <a:srgbClr val="0000FF"/>
              </a:solidFill>
            </a:endParaRPr>
          </a:p>
          <a:p>
            <a:r>
              <a:rPr lang="en-US" altLang="en-US" sz="1400" b="0" dirty="0">
                <a:solidFill>
                  <a:srgbClr val="0000FF"/>
                </a:solidFill>
              </a:rPr>
              <a:t>Defective middleware.</a:t>
            </a:r>
          </a:p>
          <a:p>
            <a:endParaRPr lang="en-MY" sz="1400" dirty="0"/>
          </a:p>
        </p:txBody>
      </p:sp>
      <p:sp>
        <p:nvSpPr>
          <p:cNvPr id="1158146" name="Rectangle 2">
            <a:extLst>
              <a:ext uri="{FF2B5EF4-FFF2-40B4-BE49-F238E27FC236}">
                <a16:creationId xmlns:a16="http://schemas.microsoft.com/office/drawing/2014/main" id="{BF8B0AD6-86DC-8D24-25B0-4B4774A8FBBA}"/>
              </a:ext>
            </a:extLst>
          </p:cNvPr>
          <p:cNvSpPr>
            <a:spLocks noGrp="1" noChangeArrowheads="1"/>
          </p:cNvSpPr>
          <p:nvPr>
            <p:ph type="title"/>
          </p:nvPr>
        </p:nvSpPr>
        <p:spPr>
          <a:xfrm>
            <a:off x="716550" y="430162"/>
            <a:ext cx="7710900" cy="572700"/>
          </a:xfrm>
        </p:spPr>
        <p:txBody>
          <a:bodyPr/>
          <a:lstStyle/>
          <a:p>
            <a:r>
              <a:rPr lang="en-US" altLang="en-US" dirty="0">
                <a:solidFill>
                  <a:schemeClr val="hlink"/>
                </a:solidFill>
              </a:rPr>
              <a:t>Why Maintenance of COTS-based Systems is Difficult?</a:t>
            </a:r>
          </a:p>
        </p:txBody>
      </p:sp>
    </p:spTree>
    <p:extLst>
      <p:ext uri="{BB962C8B-B14F-4D97-AF65-F5344CB8AC3E}">
        <p14:creationId xmlns:p14="http://schemas.microsoft.com/office/powerpoint/2010/main" val="38588794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10D3161-D633-A5FD-9471-1FA244FA7BC8}"/>
              </a:ext>
            </a:extLst>
          </p:cNvPr>
          <p:cNvSpPr>
            <a:spLocks noGrp="1"/>
          </p:cNvSpPr>
          <p:nvPr>
            <p:ph type="body" idx="1"/>
          </p:nvPr>
        </p:nvSpPr>
        <p:spPr/>
        <p:txBody>
          <a:bodyPr/>
          <a:lstStyle/>
          <a:p>
            <a:pPr marL="227013" indent="-227013"/>
            <a:r>
              <a:rPr lang="en-US" sz="1400" dirty="0" err="1"/>
              <a:t>Vigder</a:t>
            </a:r>
            <a:r>
              <a:rPr lang="en-US" sz="1400" dirty="0"/>
              <a:t> and </a:t>
            </a:r>
            <a:r>
              <a:rPr lang="en-US" sz="1400" dirty="0" err="1"/>
              <a:t>Kark</a:t>
            </a:r>
            <a:r>
              <a:rPr lang="en-US" sz="1400" dirty="0"/>
              <a:t> have surveyed several organizations maintaining systems with a significant portion of COTS elements. </a:t>
            </a:r>
          </a:p>
          <a:p>
            <a:pPr marL="227013" indent="-227013"/>
            <a:endParaRPr lang="en-US" sz="1400" dirty="0"/>
          </a:p>
          <a:p>
            <a:pPr marL="227013" indent="-227013"/>
            <a:r>
              <a:rPr lang="en-US" sz="1400" dirty="0"/>
              <a:t> In their study, they identified the following cost-drivers:</a:t>
            </a:r>
          </a:p>
          <a:p>
            <a:pPr marL="460375" lvl="1" indent="-233363"/>
            <a:endParaRPr lang="en-US" sz="1400" dirty="0"/>
          </a:p>
          <a:p>
            <a:pPr marL="460375" lvl="1" indent="-233363"/>
            <a:r>
              <a:rPr lang="en-US" sz="1400" dirty="0"/>
              <a:t>Component reconfiguration.</a:t>
            </a:r>
          </a:p>
          <a:p>
            <a:pPr marL="460375" lvl="1" indent="-233363"/>
            <a:endParaRPr lang="en-US" sz="1400" dirty="0"/>
          </a:p>
          <a:p>
            <a:pPr marL="460375" lvl="1" indent="-233363"/>
            <a:r>
              <a:rPr lang="en-US" sz="1400" dirty="0"/>
              <a:t>Testing and debugging.</a:t>
            </a:r>
          </a:p>
          <a:p>
            <a:pPr marL="460375" lvl="1" indent="-233363"/>
            <a:endParaRPr lang="en-US" sz="1400" dirty="0"/>
          </a:p>
          <a:p>
            <a:pPr marL="460375" lvl="1" indent="-233363"/>
            <a:r>
              <a:rPr lang="en-US" sz="1400" dirty="0"/>
              <a:t>Monitoring of systems.</a:t>
            </a:r>
          </a:p>
          <a:p>
            <a:pPr marL="460375" lvl="1" indent="-233363"/>
            <a:endParaRPr lang="en-US" sz="1400" dirty="0"/>
          </a:p>
          <a:p>
            <a:pPr marL="460375" lvl="1" indent="-233363"/>
            <a:r>
              <a:rPr lang="en-US" sz="1400" dirty="0"/>
              <a:t>Enhancing functionality for users.</a:t>
            </a:r>
          </a:p>
          <a:p>
            <a:pPr marL="460375" lvl="1" indent="-233363"/>
            <a:endParaRPr lang="en-US" sz="1400" dirty="0"/>
          </a:p>
          <a:p>
            <a:pPr marL="460375" lvl="1" indent="-233363"/>
            <a:r>
              <a:rPr lang="en-US" sz="1400" dirty="0"/>
              <a:t>Configuration management.</a:t>
            </a:r>
          </a:p>
          <a:p>
            <a:endParaRPr lang="en-MY" sz="1400" dirty="0"/>
          </a:p>
        </p:txBody>
      </p:sp>
      <p:sp>
        <p:nvSpPr>
          <p:cNvPr id="1160194" name="Rectangle 2">
            <a:extLst>
              <a:ext uri="{FF2B5EF4-FFF2-40B4-BE49-F238E27FC236}">
                <a16:creationId xmlns:a16="http://schemas.microsoft.com/office/drawing/2014/main" id="{061C48B9-31EA-1074-6828-884E3423B6D5}"/>
              </a:ext>
            </a:extLst>
          </p:cNvPr>
          <p:cNvSpPr>
            <a:spLocks noGrp="1" noChangeArrowheads="1"/>
          </p:cNvSpPr>
          <p:nvPr>
            <p:ph type="title"/>
          </p:nvPr>
        </p:nvSpPr>
        <p:spPr>
          <a:xfrm>
            <a:off x="716550" y="413199"/>
            <a:ext cx="7710900" cy="572700"/>
          </a:xfrm>
          <a:noFill/>
          <a:ln>
            <a:noFill/>
          </a:ln>
        </p:spPr>
        <p:txBody>
          <a:bodyPr spcFirstLastPara="1" wrap="square" lIns="91425" tIns="91425" rIns="91425" bIns="91425" anchor="t" anchorCtr="0">
            <a:noAutofit/>
          </a:bodyPr>
          <a:lstStyle/>
          <a:p>
            <a:r>
              <a:rPr lang="en-US" altLang="en-US" sz="2400" dirty="0">
                <a:solidFill>
                  <a:schemeClr val="hlink"/>
                </a:solidFill>
              </a:rPr>
              <a:t>Maintenance Activities for </a:t>
            </a:r>
            <a:r>
              <a:rPr lang="en-US" altLang="en-US" dirty="0">
                <a:solidFill>
                  <a:schemeClr val="hlink"/>
                </a:solidFill>
              </a:rPr>
              <a:t>COTS-based Systems</a:t>
            </a:r>
            <a:endParaRPr lang="en-US" altLang="en-US" sz="2400" dirty="0">
              <a:solidFill>
                <a:schemeClr val="hlink"/>
              </a:solidFill>
            </a:endParaRPr>
          </a:p>
        </p:txBody>
      </p:sp>
      <p:sp>
        <p:nvSpPr>
          <p:cNvPr id="1160196" name="Rectangle 4">
            <a:extLst>
              <a:ext uri="{FF2B5EF4-FFF2-40B4-BE49-F238E27FC236}">
                <a16:creationId xmlns:a16="http://schemas.microsoft.com/office/drawing/2014/main" id="{9D3C8D0A-CF99-633A-47E7-22D224D9D750}"/>
              </a:ext>
            </a:extLst>
          </p:cNvPr>
          <p:cNvSpPr>
            <a:spLocks noChangeArrowheads="1"/>
          </p:cNvSpPr>
          <p:nvPr/>
        </p:nvSpPr>
        <p:spPr bwMode="auto">
          <a:xfrm>
            <a:off x="1381125" y="756048"/>
            <a:ext cx="648652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12750" indent="-412750">
              <a:defRPr sz="2000" b="1">
                <a:solidFill>
                  <a:srgbClr val="FAFD00"/>
                </a:solidFill>
                <a:latin typeface="Times New Roman" panose="02020603050405020304" pitchFamily="18" charset="0"/>
              </a:defRPr>
            </a:lvl1pPr>
            <a:lvl2pPr marL="869950" indent="-412750">
              <a:defRPr sz="2000" b="1">
                <a:solidFill>
                  <a:srgbClr val="FAFD00"/>
                </a:solidFill>
                <a:latin typeface="Times New Roman" panose="02020603050405020304" pitchFamily="18" charset="0"/>
              </a:defRPr>
            </a:lvl2pPr>
            <a:lvl3pPr marL="1327150" indent="-412750">
              <a:defRPr sz="2000" b="1">
                <a:solidFill>
                  <a:srgbClr val="FAFD00"/>
                </a:solidFill>
                <a:latin typeface="Times New Roman" panose="02020603050405020304" pitchFamily="18" charset="0"/>
              </a:defRPr>
            </a:lvl3pPr>
            <a:lvl4pPr marL="1784350" indent="-412750">
              <a:defRPr sz="2000" b="1">
                <a:solidFill>
                  <a:srgbClr val="FAFD00"/>
                </a:solidFill>
                <a:latin typeface="Times New Roman" panose="02020603050405020304" pitchFamily="18" charset="0"/>
              </a:defRPr>
            </a:lvl4pPr>
            <a:lvl5pPr marL="2241550" indent="-412750">
              <a:defRPr sz="2000" b="1">
                <a:solidFill>
                  <a:srgbClr val="FAFD00"/>
                </a:solidFill>
                <a:latin typeface="Times New Roman" panose="02020603050405020304" pitchFamily="18" charset="0"/>
              </a:defRPr>
            </a:lvl5pPr>
            <a:lvl6pPr marL="2698750" indent="-412750" eaLnBrk="0" fontAlgn="base" hangingPunct="0">
              <a:spcBef>
                <a:spcPct val="0"/>
              </a:spcBef>
              <a:spcAft>
                <a:spcPct val="0"/>
              </a:spcAft>
              <a:defRPr sz="2000" b="1">
                <a:solidFill>
                  <a:srgbClr val="FAFD00"/>
                </a:solidFill>
                <a:latin typeface="Times New Roman" panose="02020603050405020304" pitchFamily="18" charset="0"/>
              </a:defRPr>
            </a:lvl6pPr>
            <a:lvl7pPr marL="3155950" indent="-412750" eaLnBrk="0" fontAlgn="base" hangingPunct="0">
              <a:spcBef>
                <a:spcPct val="0"/>
              </a:spcBef>
              <a:spcAft>
                <a:spcPct val="0"/>
              </a:spcAft>
              <a:defRPr sz="2000" b="1">
                <a:solidFill>
                  <a:srgbClr val="FAFD00"/>
                </a:solidFill>
                <a:latin typeface="Times New Roman" panose="02020603050405020304" pitchFamily="18" charset="0"/>
              </a:defRPr>
            </a:lvl7pPr>
            <a:lvl8pPr marL="3613150" indent="-412750" eaLnBrk="0" fontAlgn="base" hangingPunct="0">
              <a:spcBef>
                <a:spcPct val="0"/>
              </a:spcBef>
              <a:spcAft>
                <a:spcPct val="0"/>
              </a:spcAft>
              <a:defRPr sz="2000" b="1">
                <a:solidFill>
                  <a:srgbClr val="FAFD00"/>
                </a:solidFill>
                <a:latin typeface="Times New Roman" panose="02020603050405020304" pitchFamily="18" charset="0"/>
              </a:defRPr>
            </a:lvl8pPr>
            <a:lvl9pPr marL="4070350" indent="-412750" eaLnBrk="0" fontAlgn="base" hangingPunct="0">
              <a:spcBef>
                <a:spcPct val="0"/>
              </a:spcBef>
              <a:spcAft>
                <a:spcPct val="0"/>
              </a:spcAft>
              <a:defRPr sz="2000" b="1">
                <a:solidFill>
                  <a:srgbClr val="FAFD00"/>
                </a:solidFill>
                <a:latin typeface="Times New Roman" panose="02020603050405020304" pitchFamily="18" charset="0"/>
              </a:defRPr>
            </a:lvl9pPr>
          </a:lstStyle>
          <a:p>
            <a:endParaRPr lang="en-US" altLang="en-US" sz="1500" b="0" dirty="0">
              <a:solidFill>
                <a:srgbClr val="000000"/>
              </a:solidFill>
            </a:endParaRPr>
          </a:p>
          <a:p>
            <a:endParaRPr lang="en-US" altLang="en-US" sz="1500" b="0" dirty="0">
              <a:solidFill>
                <a:srgbClr val="000000"/>
              </a:solidFill>
            </a:endParaRPr>
          </a:p>
        </p:txBody>
      </p:sp>
    </p:spTree>
    <p:extLst>
      <p:ext uri="{BB962C8B-B14F-4D97-AF65-F5344CB8AC3E}">
        <p14:creationId xmlns:p14="http://schemas.microsoft.com/office/powerpoint/2010/main" val="1880963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90" name="Google Shape;1290;p28"/>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Thank You</a:t>
            </a:r>
            <a:endParaRPr dirty="0"/>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524BD0-9200-D598-795C-5F9F0EB66F59}"/>
              </a:ext>
            </a:extLst>
          </p:cNvPr>
          <p:cNvSpPr txBox="1">
            <a:spLocks/>
          </p:cNvSpPr>
          <p:nvPr/>
        </p:nvSpPr>
        <p:spPr>
          <a:xfrm>
            <a:off x="4281377" y="798139"/>
            <a:ext cx="408290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buClr>
                <a:schemeClr val="dk1"/>
              </a:buClr>
              <a:buSzPts val="3000"/>
              <a:buFont typeface="Sora"/>
              <a:buNone/>
              <a:defRPr sz="2400" b="1">
                <a:solidFill>
                  <a:schemeClr val="hlink"/>
                </a:solidFill>
                <a:latin typeface="Sora"/>
                <a:ea typeface="Sora"/>
                <a:cs typeface="Sora"/>
                <a:sym typeface="Sora"/>
              </a:defRPr>
            </a:lvl1pPr>
            <a:lvl2pPr>
              <a:buClr>
                <a:schemeClr val="dk1"/>
              </a:buClr>
              <a:buSzPts val="3000"/>
              <a:buFont typeface="Sora"/>
              <a:buNone/>
              <a:defRPr sz="3000" b="1">
                <a:solidFill>
                  <a:schemeClr val="dk1"/>
                </a:solidFill>
                <a:latin typeface="Sora"/>
                <a:ea typeface="Sora"/>
                <a:cs typeface="Sora"/>
                <a:sym typeface="Sora"/>
              </a:defRPr>
            </a:lvl2pPr>
            <a:lvl3pPr>
              <a:buClr>
                <a:schemeClr val="dk1"/>
              </a:buClr>
              <a:buSzPts val="3000"/>
              <a:buFont typeface="Sora"/>
              <a:buNone/>
              <a:defRPr sz="3000" b="1">
                <a:solidFill>
                  <a:schemeClr val="dk1"/>
                </a:solidFill>
                <a:latin typeface="Sora"/>
                <a:ea typeface="Sora"/>
                <a:cs typeface="Sora"/>
                <a:sym typeface="Sora"/>
              </a:defRPr>
            </a:lvl3pPr>
            <a:lvl4pPr>
              <a:buClr>
                <a:schemeClr val="dk1"/>
              </a:buClr>
              <a:buSzPts val="3000"/>
              <a:buFont typeface="Sora"/>
              <a:buNone/>
              <a:defRPr sz="3000" b="1">
                <a:solidFill>
                  <a:schemeClr val="dk1"/>
                </a:solidFill>
                <a:latin typeface="Sora"/>
                <a:ea typeface="Sora"/>
                <a:cs typeface="Sora"/>
                <a:sym typeface="Sora"/>
              </a:defRPr>
            </a:lvl4pPr>
            <a:lvl5pPr>
              <a:buClr>
                <a:schemeClr val="dk1"/>
              </a:buClr>
              <a:buSzPts val="3000"/>
              <a:buFont typeface="Sora"/>
              <a:buNone/>
              <a:defRPr sz="3000" b="1">
                <a:solidFill>
                  <a:schemeClr val="dk1"/>
                </a:solidFill>
                <a:latin typeface="Sora"/>
                <a:ea typeface="Sora"/>
                <a:cs typeface="Sora"/>
                <a:sym typeface="Sora"/>
              </a:defRPr>
            </a:lvl5pPr>
            <a:lvl6pPr>
              <a:buClr>
                <a:schemeClr val="dk1"/>
              </a:buClr>
              <a:buSzPts val="3000"/>
              <a:buFont typeface="Sora"/>
              <a:buNone/>
              <a:defRPr sz="3000" b="1">
                <a:solidFill>
                  <a:schemeClr val="dk1"/>
                </a:solidFill>
                <a:latin typeface="Sora"/>
                <a:ea typeface="Sora"/>
                <a:cs typeface="Sora"/>
                <a:sym typeface="Sora"/>
              </a:defRPr>
            </a:lvl6pPr>
            <a:lvl7pPr>
              <a:buClr>
                <a:schemeClr val="dk1"/>
              </a:buClr>
              <a:buSzPts val="3000"/>
              <a:buFont typeface="Sora"/>
              <a:buNone/>
              <a:defRPr sz="3000" b="1">
                <a:solidFill>
                  <a:schemeClr val="dk1"/>
                </a:solidFill>
                <a:latin typeface="Sora"/>
                <a:ea typeface="Sora"/>
                <a:cs typeface="Sora"/>
                <a:sym typeface="Sora"/>
              </a:defRPr>
            </a:lvl7pPr>
            <a:lvl8pPr>
              <a:buClr>
                <a:schemeClr val="dk1"/>
              </a:buClr>
              <a:buSzPts val="3000"/>
              <a:buFont typeface="Sora"/>
              <a:buNone/>
              <a:defRPr sz="3000" b="1">
                <a:solidFill>
                  <a:schemeClr val="dk1"/>
                </a:solidFill>
                <a:latin typeface="Sora"/>
                <a:ea typeface="Sora"/>
                <a:cs typeface="Sora"/>
                <a:sym typeface="Sora"/>
              </a:defRPr>
            </a:lvl8pPr>
            <a:lvl9pPr>
              <a:buClr>
                <a:schemeClr val="dk1"/>
              </a:buClr>
              <a:buSzPts val="3000"/>
              <a:buFont typeface="Sora"/>
              <a:buNone/>
              <a:defRPr sz="3000" b="1">
                <a:solidFill>
                  <a:schemeClr val="dk1"/>
                </a:solidFill>
                <a:latin typeface="Sora"/>
                <a:ea typeface="Sora"/>
                <a:cs typeface="Sora"/>
                <a:sym typeface="Sora"/>
              </a:defRPr>
            </a:lvl9pPr>
          </a:lstStyle>
          <a:p>
            <a:r>
              <a:rPr lang="en-US" dirty="0"/>
              <a:t>Acknowledgment</a:t>
            </a:r>
            <a:endParaRPr lang="en-MY" dirty="0"/>
          </a:p>
        </p:txBody>
      </p:sp>
      <p:sp>
        <p:nvSpPr>
          <p:cNvPr id="5" name="Text Placeholder 4">
            <a:extLst>
              <a:ext uri="{FF2B5EF4-FFF2-40B4-BE49-F238E27FC236}">
                <a16:creationId xmlns:a16="http://schemas.microsoft.com/office/drawing/2014/main" id="{3A9F7E93-B5FC-C657-7EB1-BC5652409842}"/>
              </a:ext>
            </a:extLst>
          </p:cNvPr>
          <p:cNvSpPr txBox="1">
            <a:spLocks/>
          </p:cNvSpPr>
          <p:nvPr/>
        </p:nvSpPr>
        <p:spPr>
          <a:xfrm>
            <a:off x="4359348" y="1549862"/>
            <a:ext cx="4139609" cy="81765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600"/>
              </a:spcAft>
            </a:pPr>
            <a:r>
              <a:rPr lang="en-US" sz="1500" i="1" dirty="0"/>
              <a:t>Priyadarshi Tripathy, &amp; </a:t>
            </a:r>
            <a:r>
              <a:rPr lang="en-US" sz="1500" i="1" dirty="0" err="1"/>
              <a:t>Kshirasagar</a:t>
            </a:r>
            <a:r>
              <a:rPr lang="en-US" sz="1500" i="1" dirty="0"/>
              <a:t> Naik. (2015). Software evolution and maintenance : a practitioner’s approach. Wiley.</a:t>
            </a:r>
          </a:p>
          <a:p>
            <a:pPr marL="228600" indent="-228600">
              <a:spcAft>
                <a:spcPts val="600"/>
              </a:spcAft>
            </a:pPr>
            <a:endParaRPr lang="en-US" sz="1500" dirty="0"/>
          </a:p>
        </p:txBody>
      </p:sp>
    </p:spTree>
    <p:extLst>
      <p:ext uri="{BB962C8B-B14F-4D97-AF65-F5344CB8AC3E}">
        <p14:creationId xmlns:p14="http://schemas.microsoft.com/office/powerpoint/2010/main" val="2437883748"/>
      </p:ext>
    </p:extLst>
  </p:cSld>
  <p:clrMapOvr>
    <a:masterClrMapping/>
  </p:clrMapOvr>
</p:sld>
</file>

<file path=ppt/theme/theme1.xml><?xml version="1.0" encoding="utf-8"?>
<a:theme xmlns:a="http://schemas.openxmlformats.org/drawingml/2006/main"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themeOverride>
</file>

<file path=ppt/theme/themeOverride2.xml><?xml version="1.0" encoding="utf-8"?>
<a:themeOverride xmlns:a="http://schemas.openxmlformats.org/drawingml/2006/main">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themeOverride>
</file>

<file path=ppt/theme/themeOverride3.xml><?xml version="1.0" encoding="utf-8"?>
<a:themeOverride xmlns:a="http://schemas.openxmlformats.org/drawingml/2006/main">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themeOverride>
</file>

<file path=ppt/theme/themeOverride4.xml><?xml version="1.0" encoding="utf-8"?>
<a:themeOverride xmlns:a="http://schemas.openxmlformats.org/drawingml/2006/main">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themeOverride>
</file>

<file path=ppt/theme/themeOverride5.xml><?xml version="1.0" encoding="utf-8"?>
<a:themeOverride xmlns:a="http://schemas.openxmlformats.org/drawingml/2006/main">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3443</TotalTime>
  <Words>3569</Words>
  <Application>Microsoft Office PowerPoint</Application>
  <PresentationFormat>On-screen Show (16:9)</PresentationFormat>
  <Paragraphs>431</Paragraphs>
  <Slides>32</Slides>
  <Notes>29</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Courier New</vt:lpstr>
      <vt:lpstr>Sora</vt:lpstr>
      <vt:lpstr>Arial</vt:lpstr>
      <vt:lpstr>Nunito Light</vt:lpstr>
      <vt:lpstr>Times New Roman</vt:lpstr>
      <vt:lpstr>Open Sans</vt:lpstr>
      <vt:lpstr>Software Engineering Business Plan by Slidesgo</vt:lpstr>
      <vt:lpstr>Software Maitenance Taxonomy</vt:lpstr>
      <vt:lpstr>Software Maintenance Activities Classification </vt:lpstr>
      <vt:lpstr>A) Intention-based Classification of Software Maintenance</vt:lpstr>
      <vt:lpstr>Example</vt:lpstr>
      <vt:lpstr>Example</vt:lpstr>
      <vt:lpstr>B) Activity-based Classification of Software Maintenance</vt:lpstr>
      <vt:lpstr>C) Evidence-based Classification of Software Maintenance</vt:lpstr>
      <vt:lpstr>C) Evidence-based Classification of Software Maintenance - Support interface Cluster</vt:lpstr>
      <vt:lpstr>C) Evidence-based Classification of Software Maintenance – Documentation Cluster</vt:lpstr>
      <vt:lpstr>C) Evidence-based Classification of Software Maintenance – Software Properties Cluster</vt:lpstr>
      <vt:lpstr>C) Evidence-based Classification of Software Maintenance – Business Rules Cluster</vt:lpstr>
      <vt:lpstr>c) Evidence-based Classification of Software Maintenance</vt:lpstr>
      <vt:lpstr>c) Evidence-based Classification of Software Maintenance</vt:lpstr>
      <vt:lpstr>c) Evidence-based Classification of Software Maintenance</vt:lpstr>
      <vt:lpstr>c) Evidence-based Classification of Software Maintenance</vt:lpstr>
      <vt:lpstr>How to choose maintenance activities -  Intention-based Classification</vt:lpstr>
      <vt:lpstr>Software Maintenance Processes (ISO/IEC/IEEE 14764) 2022</vt:lpstr>
      <vt:lpstr>Categories of Maintenance Concepts</vt:lpstr>
      <vt:lpstr>1. Maintained Product</vt:lpstr>
      <vt:lpstr>2. Maintenance Types</vt:lpstr>
      <vt:lpstr>3. Maintenance Organization Processes</vt:lpstr>
      <vt:lpstr>3. Maintenance Organization Processes</vt:lpstr>
      <vt:lpstr>3. Maintenance Organization Processes</vt:lpstr>
      <vt:lpstr>3.  Maintenance Organization Processes</vt:lpstr>
      <vt:lpstr>4.  Peopleware</vt:lpstr>
      <vt:lpstr>4.  Peopleware</vt:lpstr>
      <vt:lpstr>Maintenance of COTS-based Systems</vt:lpstr>
      <vt:lpstr>Maintenance of COTS-based Systems</vt:lpstr>
      <vt:lpstr>Why Maintenance of COTS-based Systems is Difficult?</vt:lpstr>
      <vt:lpstr>Maintenance Activities for COTS-based Systems</vt:lpstr>
      <vt:lpstr>Thank You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Maitenance Taxonomy</dc:title>
  <dc:creator>User</dc:creator>
  <cp:lastModifiedBy>Tay Lee Chee</cp:lastModifiedBy>
  <cp:revision>23</cp:revision>
  <dcterms:modified xsi:type="dcterms:W3CDTF">2025-11-25T03:06:23Z</dcterms:modified>
</cp:coreProperties>
</file>